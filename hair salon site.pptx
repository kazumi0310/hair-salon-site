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902" y="3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zumi Sato" userId="4aa595850e781d7c" providerId="LiveId" clId="{CD3C18BC-855A-4DC9-BC07-B297F0FA1B18}"/>
    <pc:docChg chg="undo custSel addSld delSld modSld sldOrd">
      <pc:chgData name="Kazumi Sato" userId="4aa595850e781d7c" providerId="LiveId" clId="{CD3C18BC-855A-4DC9-BC07-B297F0FA1B18}" dt="2026-08-31T06:13:54.413" v="8249" actId="20577"/>
      <pc:docMkLst>
        <pc:docMk/>
      </pc:docMkLst>
      <pc:sldChg chg="addSp delSp modSp add mod ord">
        <pc:chgData name="Kazumi Sato" userId="4aa595850e781d7c" providerId="LiveId" clId="{CD3C18BC-855A-4DC9-BC07-B297F0FA1B18}" dt="2026-08-31T06:13:54.413" v="8249" actId="20577"/>
        <pc:sldMkLst>
          <pc:docMk/>
          <pc:sldMk cId="785212859" sldId="257"/>
        </pc:sldMkLst>
        <pc:spChg chg="add del mod">
          <ac:chgData name="Kazumi Sato" userId="4aa595850e781d7c" providerId="LiveId" clId="{CD3C18BC-855A-4DC9-BC07-B297F0FA1B18}" dt="2026-08-27T04:38:55.002" v="5130" actId="2711"/>
          <ac:spMkLst>
            <pc:docMk/>
            <pc:sldMk cId="785212859" sldId="257"/>
            <ac:spMk id="2" creationId="{FA662EC9-0622-2747-17AA-CC7F1F278B58}"/>
          </ac:spMkLst>
        </pc:spChg>
        <pc:spChg chg="mod ord">
          <ac:chgData name="Kazumi Sato" userId="4aa595850e781d7c" providerId="LiveId" clId="{CD3C18BC-855A-4DC9-BC07-B297F0FA1B18}" dt="2026-08-31T06:13:54.413" v="8249" actId="20577"/>
          <ac:spMkLst>
            <pc:docMk/>
            <pc:sldMk cId="785212859" sldId="257"/>
            <ac:spMk id="9" creationId="{5B541121-EC46-13CF-3955-8EF9372B2B6C}"/>
          </ac:spMkLst>
        </pc:spChg>
        <pc:spChg chg="mod">
          <ac:chgData name="Kazumi Sato" userId="4aa595850e781d7c" providerId="LiveId" clId="{CD3C18BC-855A-4DC9-BC07-B297F0FA1B18}" dt="2026-08-24T13:34:09.688" v="5038"/>
          <ac:spMkLst>
            <pc:docMk/>
            <pc:sldMk cId="785212859" sldId="257"/>
            <ac:spMk id="15" creationId="{655DFCB3-68D0-B6E0-368C-9D7CA4CD2C90}"/>
          </ac:spMkLst>
        </pc:spChg>
        <pc:spChg chg="mod">
          <ac:chgData name="Kazumi Sato" userId="4aa595850e781d7c" providerId="LiveId" clId="{CD3C18BC-855A-4DC9-BC07-B297F0FA1B18}" dt="2026-08-24T13:39:56.368" v="5096" actId="20577"/>
          <ac:spMkLst>
            <pc:docMk/>
            <pc:sldMk cId="785212859" sldId="257"/>
            <ac:spMk id="16" creationId="{E685F16A-8FE3-D0AE-E6C8-F83C2C493AFA}"/>
          </ac:spMkLst>
        </pc:spChg>
        <pc:spChg chg="mod">
          <ac:chgData name="Kazumi Sato" userId="4aa595850e781d7c" providerId="LiveId" clId="{CD3C18BC-855A-4DC9-BC07-B297F0FA1B18}" dt="2026-08-24T13:34:09.688" v="5038"/>
          <ac:spMkLst>
            <pc:docMk/>
            <pc:sldMk cId="785212859" sldId="257"/>
            <ac:spMk id="18" creationId="{80200061-C86B-8F75-D48A-5503546E12A8}"/>
          </ac:spMkLst>
        </pc:spChg>
        <pc:spChg chg="add mod">
          <ac:chgData name="Kazumi Sato" userId="4aa595850e781d7c" providerId="LiveId" clId="{CD3C18BC-855A-4DC9-BC07-B297F0FA1B18}" dt="2026-08-24T13:36:56.273" v="5066" actId="208"/>
          <ac:spMkLst>
            <pc:docMk/>
            <pc:sldMk cId="785212859" sldId="257"/>
            <ac:spMk id="20" creationId="{07F1DDBF-5AEB-7A05-6B1D-B636C8CC0454}"/>
          </ac:spMkLst>
        </pc:spChg>
        <pc:grpChg chg="add mod">
          <ac:chgData name="Kazumi Sato" userId="4aa595850e781d7c" providerId="LiveId" clId="{CD3C18BC-855A-4DC9-BC07-B297F0FA1B18}" dt="2026-08-24T13:34:09.688" v="5038"/>
          <ac:grpSpMkLst>
            <pc:docMk/>
            <pc:sldMk cId="785212859" sldId="257"/>
            <ac:grpSpMk id="14" creationId="{8330E718-E522-C0A4-499B-D362B508EF37}"/>
          </ac:grpSpMkLst>
        </pc:grpChg>
      </pc:sldChg>
      <pc:sldChg chg="addSp delSp modSp add mod">
        <pc:chgData name="Kazumi Sato" userId="4aa595850e781d7c" providerId="LiveId" clId="{CD3C18BC-855A-4DC9-BC07-B297F0FA1B18}" dt="2026-08-24T13:37:41.990" v="5074" actId="1076"/>
        <pc:sldMkLst>
          <pc:docMk/>
          <pc:sldMk cId="1656809945" sldId="258"/>
        </pc:sldMkLst>
        <pc:spChg chg="mod">
          <ac:chgData name="Kazumi Sato" userId="4aa595850e781d7c" providerId="LiveId" clId="{CD3C18BC-855A-4DC9-BC07-B297F0FA1B18}" dt="2026-08-24T13:37:11.398" v="5067" actId="14100"/>
          <ac:spMkLst>
            <pc:docMk/>
            <pc:sldMk cId="1656809945" sldId="258"/>
            <ac:spMk id="2" creationId="{E9CAAD32-E790-A460-1EA5-E4067CD3DD7F}"/>
          </ac:spMkLst>
        </pc:spChg>
        <pc:spChg chg="add mod">
          <ac:chgData name="Kazumi Sato" userId="4aa595850e781d7c" providerId="LiveId" clId="{CD3C18BC-855A-4DC9-BC07-B297F0FA1B18}" dt="2026-08-24T12:35:47.115" v="3824" actId="14100"/>
          <ac:spMkLst>
            <pc:docMk/>
            <pc:sldMk cId="1656809945" sldId="258"/>
            <ac:spMk id="4" creationId="{92C10976-2C35-5E27-CC1F-EA99174EA174}"/>
          </ac:spMkLst>
        </pc:spChg>
        <pc:spChg chg="add mod">
          <ac:chgData name="Kazumi Sato" userId="4aa595850e781d7c" providerId="LiveId" clId="{CD3C18BC-855A-4DC9-BC07-B297F0FA1B18}" dt="2026-08-24T12:35:10.541" v="3820" actId="1076"/>
          <ac:spMkLst>
            <pc:docMk/>
            <pc:sldMk cId="1656809945" sldId="258"/>
            <ac:spMk id="6" creationId="{A1E863BD-DC45-651C-3B83-7F33E12DC5F2}"/>
          </ac:spMkLst>
        </pc:spChg>
        <pc:spChg chg="mod">
          <ac:chgData name="Kazumi Sato" userId="4aa595850e781d7c" providerId="LiveId" clId="{CD3C18BC-855A-4DC9-BC07-B297F0FA1B18}" dt="2026-08-24T11:33:55.116" v="3106"/>
          <ac:spMkLst>
            <pc:docMk/>
            <pc:sldMk cId="1656809945" sldId="258"/>
            <ac:spMk id="8" creationId="{DB6BE04B-5916-0F39-9CE6-04FF7DB18FAF}"/>
          </ac:spMkLst>
        </pc:spChg>
        <pc:spChg chg="mod">
          <ac:chgData name="Kazumi Sato" userId="4aa595850e781d7c" providerId="LiveId" clId="{CD3C18BC-855A-4DC9-BC07-B297F0FA1B18}" dt="2026-08-24T11:52:08.756" v="3724" actId="20577"/>
          <ac:spMkLst>
            <pc:docMk/>
            <pc:sldMk cId="1656809945" sldId="258"/>
            <ac:spMk id="9" creationId="{748DE3D2-ABE2-5F64-C293-F59015C679FB}"/>
          </ac:spMkLst>
        </pc:spChg>
        <pc:spChg chg="mod">
          <ac:chgData name="Kazumi Sato" userId="4aa595850e781d7c" providerId="LiveId" clId="{CD3C18BC-855A-4DC9-BC07-B297F0FA1B18}" dt="2026-08-24T11:33:55.116" v="3106"/>
          <ac:spMkLst>
            <pc:docMk/>
            <pc:sldMk cId="1656809945" sldId="258"/>
            <ac:spMk id="10" creationId="{FF5DB8AC-CB51-4533-BE49-E4E32A437677}"/>
          </ac:spMkLst>
        </pc:spChg>
        <pc:spChg chg="mod">
          <ac:chgData name="Kazumi Sato" userId="4aa595850e781d7c" providerId="LiveId" clId="{CD3C18BC-855A-4DC9-BC07-B297F0FA1B18}" dt="2026-08-24T12:35:54.879" v="3825" actId="14100"/>
          <ac:spMkLst>
            <pc:docMk/>
            <pc:sldMk cId="1656809945" sldId="258"/>
            <ac:spMk id="16" creationId="{4BF8569D-88E3-EDAC-2158-C1C201847DBF}"/>
          </ac:spMkLst>
        </pc:spChg>
        <pc:spChg chg="add mod">
          <ac:chgData name="Kazumi Sato" userId="4aa595850e781d7c" providerId="LiveId" clId="{CD3C18BC-855A-4DC9-BC07-B297F0FA1B18}" dt="2026-08-24T13:37:41.990" v="5074" actId="1076"/>
          <ac:spMkLst>
            <pc:docMk/>
            <pc:sldMk cId="1656809945" sldId="258"/>
            <ac:spMk id="19" creationId="{68BCB9D0-AC80-5C7C-D9E0-6B1C1B30A655}"/>
          </ac:spMkLst>
        </pc:spChg>
        <pc:grpChg chg="add mod">
          <ac:chgData name="Kazumi Sato" userId="4aa595850e781d7c" providerId="LiveId" clId="{CD3C18BC-855A-4DC9-BC07-B297F0FA1B18}" dt="2026-08-24T11:33:55.116" v="3106"/>
          <ac:grpSpMkLst>
            <pc:docMk/>
            <pc:sldMk cId="1656809945" sldId="258"/>
            <ac:grpSpMk id="7" creationId="{28778CA2-6597-FEB9-06A8-8B19886B88CD}"/>
          </ac:grpSpMkLst>
        </pc:grpChg>
      </pc:sldChg>
      <pc:sldChg chg="addSp delSp modSp add mod">
        <pc:chgData name="Kazumi Sato" userId="4aa595850e781d7c" providerId="LiveId" clId="{CD3C18BC-855A-4DC9-BC07-B297F0FA1B18}" dt="2026-08-24T14:16:20.502" v="5129" actId="208"/>
        <pc:sldMkLst>
          <pc:docMk/>
          <pc:sldMk cId="1137394731" sldId="259"/>
        </pc:sldMkLst>
        <pc:spChg chg="mod">
          <ac:chgData name="Kazumi Sato" userId="4aa595850e781d7c" providerId="LiveId" clId="{CD3C18BC-855A-4DC9-BC07-B297F0FA1B18}" dt="2026-08-24T13:37:49.301" v="5075" actId="14100"/>
          <ac:spMkLst>
            <pc:docMk/>
            <pc:sldMk cId="1137394731" sldId="259"/>
            <ac:spMk id="2" creationId="{2F81AEA1-F870-0A66-1C6E-0B7889F8370F}"/>
          </ac:spMkLst>
        </pc:spChg>
        <pc:spChg chg="mod">
          <ac:chgData name="Kazumi Sato" userId="4aa595850e781d7c" providerId="LiveId" clId="{CD3C18BC-855A-4DC9-BC07-B297F0FA1B18}" dt="2026-08-24T14:14:36.235" v="5127" actId="164"/>
          <ac:spMkLst>
            <pc:docMk/>
            <pc:sldMk cId="1137394731" sldId="259"/>
            <ac:spMk id="4" creationId="{68D4069E-8A04-D102-5584-F04B9D420FBF}"/>
          </ac:spMkLst>
        </pc:spChg>
        <pc:spChg chg="add mod">
          <ac:chgData name="Kazumi Sato" userId="4aa595850e781d7c" providerId="LiveId" clId="{CD3C18BC-855A-4DC9-BC07-B297F0FA1B18}" dt="2026-08-24T14:14:36.235" v="5127" actId="164"/>
          <ac:spMkLst>
            <pc:docMk/>
            <pc:sldMk cId="1137394731" sldId="259"/>
            <ac:spMk id="7" creationId="{BD02A76D-C85F-1CC1-5C1E-92CF5A2D4A12}"/>
          </ac:spMkLst>
        </pc:spChg>
        <pc:spChg chg="add mod">
          <ac:chgData name="Kazumi Sato" userId="4aa595850e781d7c" providerId="LiveId" clId="{CD3C18BC-855A-4DC9-BC07-B297F0FA1B18}" dt="2026-08-24T14:14:36.235" v="5127" actId="164"/>
          <ac:spMkLst>
            <pc:docMk/>
            <pc:sldMk cId="1137394731" sldId="259"/>
            <ac:spMk id="8" creationId="{87A53F88-C3FB-2A8E-5FB3-1B1D262CC39C}"/>
          </ac:spMkLst>
        </pc:spChg>
        <pc:spChg chg="mod">
          <ac:chgData name="Kazumi Sato" userId="4aa595850e781d7c" providerId="LiveId" clId="{CD3C18BC-855A-4DC9-BC07-B297F0FA1B18}" dt="2026-08-24T11:52:01.876" v="3707" actId="20577"/>
          <ac:spMkLst>
            <pc:docMk/>
            <pc:sldMk cId="1137394731" sldId="259"/>
            <ac:spMk id="9" creationId="{A5161B87-DE3D-D7D9-251C-A476F388620C}"/>
          </ac:spMkLst>
        </pc:spChg>
        <pc:spChg chg="add del mod">
          <ac:chgData name="Kazumi Sato" userId="4aa595850e781d7c" providerId="LiveId" clId="{CD3C18BC-855A-4DC9-BC07-B297F0FA1B18}" dt="2026-08-24T14:14:36.235" v="5127" actId="164"/>
          <ac:spMkLst>
            <pc:docMk/>
            <pc:sldMk cId="1137394731" sldId="259"/>
            <ac:spMk id="16" creationId="{A1CB5170-B936-31F0-E8A6-A05DA453C151}"/>
          </ac:spMkLst>
        </pc:spChg>
        <pc:spChg chg="mod">
          <ac:chgData name="Kazumi Sato" userId="4aa595850e781d7c" providerId="LiveId" clId="{CD3C18BC-855A-4DC9-BC07-B297F0FA1B18}" dt="2026-08-24T11:33:49.638" v="3104"/>
          <ac:spMkLst>
            <pc:docMk/>
            <pc:sldMk cId="1137394731" sldId="259"/>
            <ac:spMk id="19" creationId="{A0BADDA2-9EE4-2EF5-0F01-FF0B985330A3}"/>
          </ac:spMkLst>
        </pc:spChg>
        <pc:spChg chg="mod">
          <ac:chgData name="Kazumi Sato" userId="4aa595850e781d7c" providerId="LiveId" clId="{CD3C18BC-855A-4DC9-BC07-B297F0FA1B18}" dt="2026-08-24T11:33:49.638" v="3104"/>
          <ac:spMkLst>
            <pc:docMk/>
            <pc:sldMk cId="1137394731" sldId="259"/>
            <ac:spMk id="20" creationId="{DCC4C620-7C8F-4F55-379D-926890FCF808}"/>
          </ac:spMkLst>
        </pc:spChg>
        <pc:spChg chg="add mod">
          <ac:chgData name="Kazumi Sato" userId="4aa595850e781d7c" providerId="LiveId" clId="{CD3C18BC-855A-4DC9-BC07-B297F0FA1B18}" dt="2026-08-24T13:37:59.707" v="5077" actId="1076"/>
          <ac:spMkLst>
            <pc:docMk/>
            <pc:sldMk cId="1137394731" sldId="259"/>
            <ac:spMk id="22" creationId="{767A0E5D-E889-C850-35BB-453FCBBB071E}"/>
          </ac:spMkLst>
        </pc:spChg>
        <pc:spChg chg="add mod">
          <ac:chgData name="Kazumi Sato" userId="4aa595850e781d7c" providerId="LiveId" clId="{CD3C18BC-855A-4DC9-BC07-B297F0FA1B18}" dt="2026-08-24T14:16:20.502" v="5129" actId="208"/>
          <ac:spMkLst>
            <pc:docMk/>
            <pc:sldMk cId="1137394731" sldId="259"/>
            <ac:spMk id="23" creationId="{7B89C42D-DB9C-8CEE-E265-620BED7AB441}"/>
          </ac:spMkLst>
        </pc:spChg>
        <pc:spChg chg="add mod">
          <ac:chgData name="Kazumi Sato" userId="4aa595850e781d7c" providerId="LiveId" clId="{CD3C18BC-855A-4DC9-BC07-B297F0FA1B18}" dt="2026-08-24T14:16:20.502" v="5129" actId="208"/>
          <ac:spMkLst>
            <pc:docMk/>
            <pc:sldMk cId="1137394731" sldId="259"/>
            <ac:spMk id="24" creationId="{2D205418-C1A3-17CA-65CB-47DFE5ADAAAB}"/>
          </ac:spMkLst>
        </pc:spChg>
        <pc:grpChg chg="add mod">
          <ac:chgData name="Kazumi Sato" userId="4aa595850e781d7c" providerId="LiveId" clId="{CD3C18BC-855A-4DC9-BC07-B297F0FA1B18}" dt="2026-08-24T11:33:49.638" v="3104"/>
          <ac:grpSpMkLst>
            <pc:docMk/>
            <pc:sldMk cId="1137394731" sldId="259"/>
            <ac:grpSpMk id="18" creationId="{462F7921-120D-1C42-524D-085DF5010C75}"/>
          </ac:grpSpMkLst>
        </pc:grpChg>
        <pc:grpChg chg="add mod">
          <ac:chgData name="Kazumi Sato" userId="4aa595850e781d7c" providerId="LiveId" clId="{CD3C18BC-855A-4DC9-BC07-B297F0FA1B18}" dt="2026-08-24T14:14:36.235" v="5127" actId="164"/>
          <ac:grpSpMkLst>
            <pc:docMk/>
            <pc:sldMk cId="1137394731" sldId="259"/>
            <ac:grpSpMk id="25" creationId="{BC71F7FD-4C19-1210-063E-EEF5D87B01E6}"/>
          </ac:grpSpMkLst>
        </pc:grpChg>
        <pc:cxnChg chg="add mod">
          <ac:chgData name="Kazumi Sato" userId="4aa595850e781d7c" providerId="LiveId" clId="{CD3C18BC-855A-4DC9-BC07-B297F0FA1B18}" dt="2026-08-24T14:14:36.235" v="5127" actId="164"/>
          <ac:cxnSpMkLst>
            <pc:docMk/>
            <pc:sldMk cId="1137394731" sldId="259"/>
            <ac:cxnSpMk id="14" creationId="{BC6E9DD6-4706-6B7C-61C4-1CB8FC4067BB}"/>
          </ac:cxnSpMkLst>
        </pc:cxnChg>
      </pc:sldChg>
      <pc:sldChg chg="addSp delSp modSp add mod">
        <pc:chgData name="Kazumi Sato" userId="4aa595850e781d7c" providerId="LiveId" clId="{CD3C18BC-855A-4DC9-BC07-B297F0FA1B18}" dt="2026-08-24T14:16:07.957" v="5128" actId="208"/>
        <pc:sldMkLst>
          <pc:docMk/>
          <pc:sldMk cId="3537245244" sldId="260"/>
        </pc:sldMkLst>
        <pc:spChg chg="mod">
          <ac:chgData name="Kazumi Sato" userId="4aa595850e781d7c" providerId="LiveId" clId="{CD3C18BC-855A-4DC9-BC07-B297F0FA1B18}" dt="2026-08-24T13:38:06.617" v="5078" actId="14100"/>
          <ac:spMkLst>
            <pc:docMk/>
            <pc:sldMk cId="3537245244" sldId="260"/>
            <ac:spMk id="2" creationId="{B63CD604-DDAB-FA58-1F89-8B1326E53F24}"/>
          </ac:spMkLst>
        </pc:spChg>
        <pc:spChg chg="mod">
          <ac:chgData name="Kazumi Sato" userId="4aa595850e781d7c" providerId="LiveId" clId="{CD3C18BC-855A-4DC9-BC07-B297F0FA1B18}" dt="2026-08-24T14:14:20.364" v="5126" actId="164"/>
          <ac:spMkLst>
            <pc:docMk/>
            <pc:sldMk cId="3537245244" sldId="260"/>
            <ac:spMk id="4" creationId="{2CF52B85-6596-1EF7-212A-0B44985B7DFC}"/>
          </ac:spMkLst>
        </pc:spChg>
        <pc:spChg chg="mod">
          <ac:chgData name="Kazumi Sato" userId="4aa595850e781d7c" providerId="LiveId" clId="{CD3C18BC-855A-4DC9-BC07-B297F0FA1B18}" dt="2026-08-24T14:14:20.364" v="5126" actId="164"/>
          <ac:spMkLst>
            <pc:docMk/>
            <pc:sldMk cId="3537245244" sldId="260"/>
            <ac:spMk id="7" creationId="{5CBBEB03-C7BA-7864-965F-0ED5B7E427F2}"/>
          </ac:spMkLst>
        </pc:spChg>
        <pc:spChg chg="mod">
          <ac:chgData name="Kazumi Sato" userId="4aa595850e781d7c" providerId="LiveId" clId="{CD3C18BC-855A-4DC9-BC07-B297F0FA1B18}" dt="2026-08-24T14:14:20.364" v="5126" actId="164"/>
          <ac:spMkLst>
            <pc:docMk/>
            <pc:sldMk cId="3537245244" sldId="260"/>
            <ac:spMk id="8" creationId="{7917DAF6-9DE8-592A-1F60-D452293DC165}"/>
          </ac:spMkLst>
        </pc:spChg>
        <pc:spChg chg="mod">
          <ac:chgData name="Kazumi Sato" userId="4aa595850e781d7c" providerId="LiveId" clId="{CD3C18BC-855A-4DC9-BC07-B297F0FA1B18}" dt="2026-08-24T11:51:54.579" v="3690" actId="20577"/>
          <ac:spMkLst>
            <pc:docMk/>
            <pc:sldMk cId="3537245244" sldId="260"/>
            <ac:spMk id="9" creationId="{A7456C50-79C5-F68B-53B5-B78A0AFB88A1}"/>
          </ac:spMkLst>
        </pc:spChg>
        <pc:spChg chg="mod">
          <ac:chgData name="Kazumi Sato" userId="4aa595850e781d7c" providerId="LiveId" clId="{CD3C18BC-855A-4DC9-BC07-B297F0FA1B18}" dt="2026-08-24T11:33:42.939" v="3102"/>
          <ac:spMkLst>
            <pc:docMk/>
            <pc:sldMk cId="3537245244" sldId="260"/>
            <ac:spMk id="10" creationId="{4C44255D-D4C9-F989-5CC4-E5667F478F59}"/>
          </ac:spMkLst>
        </pc:spChg>
        <pc:spChg chg="mod">
          <ac:chgData name="Kazumi Sato" userId="4aa595850e781d7c" providerId="LiveId" clId="{CD3C18BC-855A-4DC9-BC07-B297F0FA1B18}" dt="2026-08-24T11:33:42.939" v="3102"/>
          <ac:spMkLst>
            <pc:docMk/>
            <pc:sldMk cId="3537245244" sldId="260"/>
            <ac:spMk id="14" creationId="{B18442BA-92AB-A532-78DF-DA7862A8FE83}"/>
          </ac:spMkLst>
        </pc:spChg>
        <pc:spChg chg="mod">
          <ac:chgData name="Kazumi Sato" userId="4aa595850e781d7c" providerId="LiveId" clId="{CD3C18BC-855A-4DC9-BC07-B297F0FA1B18}" dt="2026-08-24T14:14:20.364" v="5126" actId="164"/>
          <ac:spMkLst>
            <pc:docMk/>
            <pc:sldMk cId="3537245244" sldId="260"/>
            <ac:spMk id="16" creationId="{042886E0-13C4-0EF6-5982-4073CB12AEB3}"/>
          </ac:spMkLst>
        </pc:spChg>
        <pc:spChg chg="add mod">
          <ac:chgData name="Kazumi Sato" userId="4aa595850e781d7c" providerId="LiveId" clId="{CD3C18BC-855A-4DC9-BC07-B297F0FA1B18}" dt="2026-08-24T13:38:11.219" v="5080" actId="1076"/>
          <ac:spMkLst>
            <pc:docMk/>
            <pc:sldMk cId="3537245244" sldId="260"/>
            <ac:spMk id="18" creationId="{1737A102-DB44-2DBD-D21A-1C08F4A65B3A}"/>
          </ac:spMkLst>
        </pc:spChg>
        <pc:spChg chg="add mod">
          <ac:chgData name="Kazumi Sato" userId="4aa595850e781d7c" providerId="LiveId" clId="{CD3C18BC-855A-4DC9-BC07-B297F0FA1B18}" dt="2026-08-24T14:16:07.957" v="5128" actId="208"/>
          <ac:spMkLst>
            <pc:docMk/>
            <pc:sldMk cId="3537245244" sldId="260"/>
            <ac:spMk id="20" creationId="{436B49EE-FC6A-EEB3-C0BF-9AD38256D7AA}"/>
          </ac:spMkLst>
        </pc:spChg>
        <pc:spChg chg="add mod">
          <ac:chgData name="Kazumi Sato" userId="4aa595850e781d7c" providerId="LiveId" clId="{CD3C18BC-855A-4DC9-BC07-B297F0FA1B18}" dt="2026-08-24T14:16:07.957" v="5128" actId="208"/>
          <ac:spMkLst>
            <pc:docMk/>
            <pc:sldMk cId="3537245244" sldId="260"/>
            <ac:spMk id="22" creationId="{440BCFDA-F741-4491-6139-097DAED37A61}"/>
          </ac:spMkLst>
        </pc:spChg>
        <pc:grpChg chg="add mod">
          <ac:chgData name="Kazumi Sato" userId="4aa595850e781d7c" providerId="LiveId" clId="{CD3C18BC-855A-4DC9-BC07-B297F0FA1B18}" dt="2026-08-24T11:33:42.939" v="3102"/>
          <ac:grpSpMkLst>
            <pc:docMk/>
            <pc:sldMk cId="3537245244" sldId="260"/>
            <ac:grpSpMk id="6" creationId="{5660382E-3C2C-F8C3-1A8B-06A63358506B}"/>
          </ac:grpSpMkLst>
        </pc:grpChg>
        <pc:grpChg chg="add mod">
          <ac:chgData name="Kazumi Sato" userId="4aa595850e781d7c" providerId="LiveId" clId="{CD3C18BC-855A-4DC9-BC07-B297F0FA1B18}" dt="2026-08-24T14:14:20.364" v="5126" actId="164"/>
          <ac:grpSpMkLst>
            <pc:docMk/>
            <pc:sldMk cId="3537245244" sldId="260"/>
            <ac:grpSpMk id="23" creationId="{42FBA7F8-D905-4B10-E7A8-72F06AF86AEF}"/>
          </ac:grpSpMkLst>
        </pc:grpChg>
        <pc:cxnChg chg="add mod">
          <ac:chgData name="Kazumi Sato" userId="4aa595850e781d7c" providerId="LiveId" clId="{CD3C18BC-855A-4DC9-BC07-B297F0FA1B18}" dt="2026-08-24T14:14:20.364" v="5126" actId="164"/>
          <ac:cxnSpMkLst>
            <pc:docMk/>
            <pc:sldMk cId="3537245244" sldId="260"/>
            <ac:cxnSpMk id="3" creationId="{99DFC779-46A8-D159-57C5-4A31D8ADA7B1}"/>
          </ac:cxnSpMkLst>
        </pc:cxnChg>
      </pc:sldChg>
      <pc:sldChg chg="addSp delSp modSp add mod">
        <pc:chgData name="Kazumi Sato" userId="4aa595850e781d7c" providerId="LiveId" clId="{CD3C18BC-855A-4DC9-BC07-B297F0FA1B18}" dt="2026-08-24T13:50:11.762" v="5111" actId="478"/>
        <pc:sldMkLst>
          <pc:docMk/>
          <pc:sldMk cId="3325149438" sldId="261"/>
        </pc:sldMkLst>
        <pc:spChg chg="mod">
          <ac:chgData name="Kazumi Sato" userId="4aa595850e781d7c" providerId="LiveId" clId="{CD3C18BC-855A-4DC9-BC07-B297F0FA1B18}" dt="2026-08-24T13:38:28.230" v="5081" actId="14100"/>
          <ac:spMkLst>
            <pc:docMk/>
            <pc:sldMk cId="3325149438" sldId="261"/>
            <ac:spMk id="2" creationId="{716C38FB-91D2-DF0B-937B-59C683977A07}"/>
          </ac:spMkLst>
        </pc:spChg>
        <pc:spChg chg="add mod">
          <ac:chgData name="Kazumi Sato" userId="4aa595850e781d7c" providerId="LiveId" clId="{CD3C18BC-855A-4DC9-BC07-B297F0FA1B18}" dt="2026-08-24T13:38:45.429" v="5084" actId="164"/>
          <ac:spMkLst>
            <pc:docMk/>
            <pc:sldMk cId="3325149438" sldId="261"/>
            <ac:spMk id="5" creationId="{1CD3612F-9982-3E11-E2BB-A63A4A37D4A0}"/>
          </ac:spMkLst>
        </pc:spChg>
        <pc:spChg chg="mod">
          <ac:chgData name="Kazumi Sato" userId="4aa595850e781d7c" providerId="LiveId" clId="{CD3C18BC-855A-4DC9-BC07-B297F0FA1B18}" dt="2026-08-24T11:51:48.036" v="3673" actId="20577"/>
          <ac:spMkLst>
            <pc:docMk/>
            <pc:sldMk cId="3325149438" sldId="261"/>
            <ac:spMk id="9" creationId="{D8D55081-34CE-A5E2-22F2-2CC0A32EE7A8}"/>
          </ac:spMkLst>
        </pc:spChg>
        <pc:spChg chg="add mod">
          <ac:chgData name="Kazumi Sato" userId="4aa595850e781d7c" providerId="LiveId" clId="{CD3C18BC-855A-4DC9-BC07-B297F0FA1B18}" dt="2026-08-24T13:38:45.429" v="5084" actId="164"/>
          <ac:spMkLst>
            <pc:docMk/>
            <pc:sldMk cId="3325149438" sldId="261"/>
            <ac:spMk id="10" creationId="{7E06FA7C-C85F-66A5-5551-4B53372E012A}"/>
          </ac:spMkLst>
        </pc:spChg>
        <pc:spChg chg="mod">
          <ac:chgData name="Kazumi Sato" userId="4aa595850e781d7c" providerId="LiveId" clId="{CD3C18BC-855A-4DC9-BC07-B297F0FA1B18}" dt="2026-08-24T11:33:37.906" v="3100"/>
          <ac:spMkLst>
            <pc:docMk/>
            <pc:sldMk cId="3325149438" sldId="261"/>
            <ac:spMk id="25" creationId="{EE104BF4-C018-CE98-6627-5317FB8B4D75}"/>
          </ac:spMkLst>
        </pc:spChg>
        <pc:spChg chg="mod">
          <ac:chgData name="Kazumi Sato" userId="4aa595850e781d7c" providerId="LiveId" clId="{CD3C18BC-855A-4DC9-BC07-B297F0FA1B18}" dt="2026-08-24T11:33:37.906" v="3100"/>
          <ac:spMkLst>
            <pc:docMk/>
            <pc:sldMk cId="3325149438" sldId="261"/>
            <ac:spMk id="26" creationId="{3D62BDEA-67F9-9C9D-C787-7C20C2F0144F}"/>
          </ac:spMkLst>
        </pc:spChg>
        <pc:spChg chg="add mod">
          <ac:chgData name="Kazumi Sato" userId="4aa595850e781d7c" providerId="LiveId" clId="{CD3C18BC-855A-4DC9-BC07-B297F0FA1B18}" dt="2026-08-24T13:38:33.715" v="5083" actId="1076"/>
          <ac:spMkLst>
            <pc:docMk/>
            <pc:sldMk cId="3325149438" sldId="261"/>
            <ac:spMk id="31" creationId="{872F59DF-CE4E-026E-0045-237284FED44F}"/>
          </ac:spMkLst>
        </pc:spChg>
        <pc:grpChg chg="add mod">
          <ac:chgData name="Kazumi Sato" userId="4aa595850e781d7c" providerId="LiveId" clId="{CD3C18BC-855A-4DC9-BC07-B297F0FA1B18}" dt="2026-08-24T11:33:37.906" v="3100"/>
          <ac:grpSpMkLst>
            <pc:docMk/>
            <pc:sldMk cId="3325149438" sldId="261"/>
            <ac:grpSpMk id="24" creationId="{E03D6D66-B5D9-2DDF-938F-3B847AC471FC}"/>
          </ac:grpSpMkLst>
        </pc:grpChg>
        <pc:grpChg chg="add mod">
          <ac:chgData name="Kazumi Sato" userId="4aa595850e781d7c" providerId="LiveId" clId="{CD3C18BC-855A-4DC9-BC07-B297F0FA1B18}" dt="2026-08-24T13:39:05.257" v="5086" actId="1076"/>
          <ac:grpSpMkLst>
            <pc:docMk/>
            <pc:sldMk cId="3325149438" sldId="261"/>
            <ac:grpSpMk id="32" creationId="{2E88A28A-FCD1-D690-F194-C6DB1E535DE5}"/>
          </ac:grpSpMkLst>
        </pc:grpChg>
        <pc:cxnChg chg="add del mod">
          <ac:chgData name="Kazumi Sato" userId="4aa595850e781d7c" providerId="LiveId" clId="{CD3C18BC-855A-4DC9-BC07-B297F0FA1B18}" dt="2026-08-24T13:50:11.286" v="5110" actId="478"/>
          <ac:cxnSpMkLst>
            <pc:docMk/>
            <pc:sldMk cId="3325149438" sldId="261"/>
            <ac:cxnSpMk id="20" creationId="{13547D3C-197F-AC90-9CF5-B29F83DF7798}"/>
          </ac:cxnSpMkLst>
        </pc:cxnChg>
        <pc:cxnChg chg="add del mod">
          <ac:chgData name="Kazumi Sato" userId="4aa595850e781d7c" providerId="LiveId" clId="{CD3C18BC-855A-4DC9-BC07-B297F0FA1B18}" dt="2026-08-24T13:50:11.762" v="5111" actId="478"/>
          <ac:cxnSpMkLst>
            <pc:docMk/>
            <pc:sldMk cId="3325149438" sldId="261"/>
            <ac:cxnSpMk id="23" creationId="{9AD9B78C-803B-BB67-3D16-5DA7DF27B27D}"/>
          </ac:cxnSpMkLst>
        </pc:cxnChg>
        <pc:cxnChg chg="add mod">
          <ac:chgData name="Kazumi Sato" userId="4aa595850e781d7c" providerId="LiveId" clId="{CD3C18BC-855A-4DC9-BC07-B297F0FA1B18}" dt="2026-08-24T13:38:45.429" v="5084" actId="164"/>
          <ac:cxnSpMkLst>
            <pc:docMk/>
            <pc:sldMk cId="3325149438" sldId="261"/>
            <ac:cxnSpMk id="29" creationId="{D5BAA351-D837-3B3D-81F4-9C4DEA04E71B}"/>
          </ac:cxnSpMkLst>
        </pc:cxnChg>
      </pc:sldChg>
      <pc:sldChg chg="addSp delSp modSp add mod">
        <pc:chgData name="Kazumi Sato" userId="4aa595850e781d7c" providerId="LiveId" clId="{CD3C18BC-855A-4DC9-BC07-B297F0FA1B18}" dt="2026-08-27T07:31:11.203" v="5132" actId="242"/>
        <pc:sldMkLst>
          <pc:docMk/>
          <pc:sldMk cId="3854499553" sldId="262"/>
        </pc:sldMkLst>
        <pc:spChg chg="mod">
          <ac:chgData name="Kazumi Sato" userId="4aa595850e781d7c" providerId="LiveId" clId="{CD3C18BC-855A-4DC9-BC07-B297F0FA1B18}" dt="2026-08-24T13:39:18.102" v="5087" actId="14100"/>
          <ac:spMkLst>
            <pc:docMk/>
            <pc:sldMk cId="3854499553" sldId="262"/>
            <ac:spMk id="2" creationId="{7A679D02-4AE8-1F07-4846-E1BB8F6130C1}"/>
          </ac:spMkLst>
        </pc:spChg>
        <pc:spChg chg="mod">
          <ac:chgData name="Kazumi Sato" userId="4aa595850e781d7c" providerId="LiveId" clId="{CD3C18BC-855A-4DC9-BC07-B297F0FA1B18}" dt="2026-08-24T11:51:40.258" v="3656" actId="20577"/>
          <ac:spMkLst>
            <pc:docMk/>
            <pc:sldMk cId="3854499553" sldId="262"/>
            <ac:spMk id="9" creationId="{6738A3D1-B657-E8B2-822E-B017517AA53B}"/>
          </ac:spMkLst>
        </pc:spChg>
        <pc:spChg chg="add mod">
          <ac:chgData name="Kazumi Sato" userId="4aa595850e781d7c" providerId="LiveId" clId="{CD3C18BC-855A-4DC9-BC07-B297F0FA1B18}" dt="2026-08-24T11:23:30.292" v="2620" actId="164"/>
          <ac:spMkLst>
            <pc:docMk/>
            <pc:sldMk cId="3854499553" sldId="262"/>
            <ac:spMk id="16" creationId="{50B07540-1F89-FEC0-7C11-C4A33DE30C11}"/>
          </ac:spMkLst>
        </pc:spChg>
        <pc:spChg chg="add mod">
          <ac:chgData name="Kazumi Sato" userId="4aa595850e781d7c" providerId="LiveId" clId="{CD3C18BC-855A-4DC9-BC07-B297F0FA1B18}" dt="2026-08-24T11:23:30.292" v="2620" actId="164"/>
          <ac:spMkLst>
            <pc:docMk/>
            <pc:sldMk cId="3854499553" sldId="262"/>
            <ac:spMk id="27" creationId="{22B3C5B3-556D-77BB-B22B-4B68BE07F69E}"/>
          </ac:spMkLst>
        </pc:spChg>
        <pc:spChg chg="add mod">
          <ac:chgData name="Kazumi Sato" userId="4aa595850e781d7c" providerId="LiveId" clId="{CD3C18BC-855A-4DC9-BC07-B297F0FA1B18}" dt="2026-08-24T11:23:30.292" v="2620" actId="164"/>
          <ac:spMkLst>
            <pc:docMk/>
            <pc:sldMk cId="3854499553" sldId="262"/>
            <ac:spMk id="29" creationId="{ABC82CDB-70BC-45F6-6C4D-6285C02EC391}"/>
          </ac:spMkLst>
        </pc:spChg>
        <pc:spChg chg="add mod">
          <ac:chgData name="Kazumi Sato" userId="4aa595850e781d7c" providerId="LiveId" clId="{CD3C18BC-855A-4DC9-BC07-B297F0FA1B18}" dt="2026-08-24T11:23:30.292" v="2620" actId="164"/>
          <ac:spMkLst>
            <pc:docMk/>
            <pc:sldMk cId="3854499553" sldId="262"/>
            <ac:spMk id="31" creationId="{8A1C2EAD-EC56-5CED-34B7-C3287054CE87}"/>
          </ac:spMkLst>
        </pc:spChg>
        <pc:spChg chg="add mod">
          <ac:chgData name="Kazumi Sato" userId="4aa595850e781d7c" providerId="LiveId" clId="{CD3C18BC-855A-4DC9-BC07-B297F0FA1B18}" dt="2026-08-27T07:31:11.203" v="5132" actId="242"/>
          <ac:spMkLst>
            <pc:docMk/>
            <pc:sldMk cId="3854499553" sldId="262"/>
            <ac:spMk id="34" creationId="{136984D9-185D-81F0-D855-22F5D199EFA5}"/>
          </ac:spMkLst>
        </pc:spChg>
        <pc:spChg chg="mod">
          <ac:chgData name="Kazumi Sato" userId="4aa595850e781d7c" providerId="LiveId" clId="{CD3C18BC-855A-4DC9-BC07-B297F0FA1B18}" dt="2026-08-24T11:33:25.716" v="3096"/>
          <ac:spMkLst>
            <pc:docMk/>
            <pc:sldMk cId="3854499553" sldId="262"/>
            <ac:spMk id="36" creationId="{FC9939A6-7306-6927-F277-0A628EB6BFFF}"/>
          </ac:spMkLst>
        </pc:spChg>
        <pc:spChg chg="mod">
          <ac:chgData name="Kazumi Sato" userId="4aa595850e781d7c" providerId="LiveId" clId="{CD3C18BC-855A-4DC9-BC07-B297F0FA1B18}" dt="2026-08-24T11:33:25.716" v="3096"/>
          <ac:spMkLst>
            <pc:docMk/>
            <pc:sldMk cId="3854499553" sldId="262"/>
            <ac:spMk id="37" creationId="{F2091CD9-21A1-048C-E6A9-A0028F3BB402}"/>
          </ac:spMkLst>
        </pc:spChg>
        <pc:spChg chg="add">
          <ac:chgData name="Kazumi Sato" userId="4aa595850e781d7c" providerId="LiveId" clId="{CD3C18BC-855A-4DC9-BC07-B297F0FA1B18}" dt="2026-08-24T13:39:19.958" v="5088" actId="22"/>
          <ac:spMkLst>
            <pc:docMk/>
            <pc:sldMk cId="3854499553" sldId="262"/>
            <ac:spMk id="39" creationId="{CFB4A899-7ED4-309E-5254-52558EB3D1A4}"/>
          </ac:spMkLst>
        </pc:spChg>
        <pc:grpChg chg="add mod">
          <ac:chgData name="Kazumi Sato" userId="4aa595850e781d7c" providerId="LiveId" clId="{CD3C18BC-855A-4DC9-BC07-B297F0FA1B18}" dt="2026-08-24T11:25:24.632" v="2627" actId="1076"/>
          <ac:grpSpMkLst>
            <pc:docMk/>
            <pc:sldMk cId="3854499553" sldId="262"/>
            <ac:grpSpMk id="32" creationId="{0DD2CB2E-29F0-A817-8949-55D30BF03B0F}"/>
          </ac:grpSpMkLst>
        </pc:grpChg>
        <pc:grpChg chg="add mod">
          <ac:chgData name="Kazumi Sato" userId="4aa595850e781d7c" providerId="LiveId" clId="{CD3C18BC-855A-4DC9-BC07-B297F0FA1B18}" dt="2026-08-24T11:33:25.716" v="3096"/>
          <ac:grpSpMkLst>
            <pc:docMk/>
            <pc:sldMk cId="3854499553" sldId="262"/>
            <ac:grpSpMk id="35" creationId="{5C838767-D1F7-4FE0-83F4-BDA69DA2FBBD}"/>
          </ac:grpSpMkLst>
        </pc:grpChg>
      </pc:sldChg>
      <pc:sldChg chg="addSp delSp modSp add mod">
        <pc:chgData name="Kazumi Sato" userId="4aa595850e781d7c" providerId="LiveId" clId="{CD3C18BC-855A-4DC9-BC07-B297F0FA1B18}" dt="2026-08-24T13:39:33.340" v="5091" actId="1076"/>
        <pc:sldMkLst>
          <pc:docMk/>
          <pc:sldMk cId="2568647020" sldId="263"/>
        </pc:sldMkLst>
        <pc:spChg chg="mod">
          <ac:chgData name="Kazumi Sato" userId="4aa595850e781d7c" providerId="LiveId" clId="{CD3C18BC-855A-4DC9-BC07-B297F0FA1B18}" dt="2026-08-24T13:39:28.283" v="5089" actId="14100"/>
          <ac:spMkLst>
            <pc:docMk/>
            <pc:sldMk cId="2568647020" sldId="263"/>
            <ac:spMk id="2" creationId="{2035B4A8-33B8-A563-D383-A533148FF4C6}"/>
          </ac:spMkLst>
        </pc:spChg>
        <pc:spChg chg="add del mod">
          <ac:chgData name="Kazumi Sato" userId="4aa595850e781d7c" providerId="LiveId" clId="{CD3C18BC-855A-4DC9-BC07-B297F0FA1B18}" dt="2026-08-24T11:49:21.760" v="3621" actId="1076"/>
          <ac:spMkLst>
            <pc:docMk/>
            <pc:sldMk cId="2568647020" sldId="263"/>
            <ac:spMk id="4" creationId="{C79B83F1-A861-939C-8165-04FF6AF69A4A}"/>
          </ac:spMkLst>
        </pc:spChg>
        <pc:spChg chg="add mod">
          <ac:chgData name="Kazumi Sato" userId="4aa595850e781d7c" providerId="LiveId" clId="{CD3C18BC-855A-4DC9-BC07-B297F0FA1B18}" dt="2026-08-24T11:49:09.546" v="3619" actId="164"/>
          <ac:spMkLst>
            <pc:docMk/>
            <pc:sldMk cId="2568647020" sldId="263"/>
            <ac:spMk id="6" creationId="{DEF3C8CF-7863-5614-0E01-619C0EFB84FA}"/>
          </ac:spMkLst>
        </pc:spChg>
        <pc:spChg chg="add mod">
          <ac:chgData name="Kazumi Sato" userId="4aa595850e781d7c" providerId="LiveId" clId="{CD3C18BC-855A-4DC9-BC07-B297F0FA1B18}" dt="2026-08-24T11:49:09.546" v="3619" actId="164"/>
          <ac:spMkLst>
            <pc:docMk/>
            <pc:sldMk cId="2568647020" sldId="263"/>
            <ac:spMk id="8" creationId="{488EFF05-C591-008E-E60B-E9EF204465AF}"/>
          </ac:spMkLst>
        </pc:spChg>
        <pc:spChg chg="mod">
          <ac:chgData name="Kazumi Sato" userId="4aa595850e781d7c" providerId="LiveId" clId="{CD3C18BC-855A-4DC9-BC07-B297F0FA1B18}" dt="2026-08-24T11:51:32.296" v="3639" actId="20577"/>
          <ac:spMkLst>
            <pc:docMk/>
            <pc:sldMk cId="2568647020" sldId="263"/>
            <ac:spMk id="9" creationId="{80EA740E-CEF2-4D4E-AC56-476F17D19269}"/>
          </ac:spMkLst>
        </pc:spChg>
        <pc:spChg chg="mod">
          <ac:chgData name="Kazumi Sato" userId="4aa595850e781d7c" providerId="LiveId" clId="{CD3C18BC-855A-4DC9-BC07-B297F0FA1B18}" dt="2026-08-24T11:54:14.206" v="3816" actId="20577"/>
          <ac:spMkLst>
            <pc:docMk/>
            <pc:sldMk cId="2568647020" sldId="263"/>
            <ac:spMk id="11" creationId="{63306502-BD1B-A73E-734C-2B5D10E5B7E6}"/>
          </ac:spMkLst>
        </pc:spChg>
        <pc:spChg chg="mod">
          <ac:chgData name="Kazumi Sato" userId="4aa595850e781d7c" providerId="LiveId" clId="{CD3C18BC-855A-4DC9-BC07-B297F0FA1B18}" dt="2026-08-24T11:33:14.946" v="3094" actId="20577"/>
          <ac:spMkLst>
            <pc:docMk/>
            <pc:sldMk cId="2568647020" sldId="263"/>
            <ac:spMk id="13" creationId="{CF53FC73-2C25-F762-DE67-C658BD448D34}"/>
          </ac:spMkLst>
        </pc:spChg>
        <pc:spChg chg="add mod">
          <ac:chgData name="Kazumi Sato" userId="4aa595850e781d7c" providerId="LiveId" clId="{CD3C18BC-855A-4DC9-BC07-B297F0FA1B18}" dt="2026-08-24T11:49:09.546" v="3619" actId="164"/>
          <ac:spMkLst>
            <pc:docMk/>
            <pc:sldMk cId="2568647020" sldId="263"/>
            <ac:spMk id="14" creationId="{0A18AD7D-0279-4744-A8DB-24247EF088AF}"/>
          </ac:spMkLst>
        </pc:spChg>
        <pc:spChg chg="add mod">
          <ac:chgData name="Kazumi Sato" userId="4aa595850e781d7c" providerId="LiveId" clId="{CD3C18BC-855A-4DC9-BC07-B297F0FA1B18}" dt="2026-08-24T11:49:09.546" v="3619" actId="164"/>
          <ac:spMkLst>
            <pc:docMk/>
            <pc:sldMk cId="2568647020" sldId="263"/>
            <ac:spMk id="18" creationId="{C9FFE5C3-5625-862D-3AF0-DB7D15519596}"/>
          </ac:spMkLst>
        </pc:spChg>
        <pc:spChg chg="add mod">
          <ac:chgData name="Kazumi Sato" userId="4aa595850e781d7c" providerId="LiveId" clId="{CD3C18BC-855A-4DC9-BC07-B297F0FA1B18}" dt="2026-08-24T13:39:33.340" v="5091" actId="1076"/>
          <ac:spMkLst>
            <pc:docMk/>
            <pc:sldMk cId="2568647020" sldId="263"/>
            <ac:spMk id="21" creationId="{C355119F-5558-7CB6-47FD-627CA2BB011A}"/>
          </ac:spMkLst>
        </pc:spChg>
        <pc:grpChg chg="add mod">
          <ac:chgData name="Kazumi Sato" userId="4aa595850e781d7c" providerId="LiveId" clId="{CD3C18BC-855A-4DC9-BC07-B297F0FA1B18}" dt="2026-08-24T12:16:35.190" v="3819" actId="1076"/>
          <ac:grpSpMkLst>
            <pc:docMk/>
            <pc:sldMk cId="2568647020" sldId="263"/>
            <ac:grpSpMk id="19" creationId="{81EB1218-7DC0-3B91-9BCE-43FEB7E48B35}"/>
          </ac:grpSpMkLst>
        </pc:grpChg>
      </pc:sldChg>
      <pc:sldChg chg="addSp delSp modSp add mod">
        <pc:chgData name="Kazumi Sato" userId="4aa595850e781d7c" providerId="LiveId" clId="{CD3C18BC-855A-4DC9-BC07-B297F0FA1B18}" dt="2026-08-24T13:36:18.662" v="5063" actId="20577"/>
        <pc:sldMkLst>
          <pc:docMk/>
          <pc:sldMk cId="2051799622" sldId="264"/>
        </pc:sldMkLst>
        <pc:spChg chg="mod">
          <ac:chgData name="Kazumi Sato" userId="4aa595850e781d7c" providerId="LiveId" clId="{CD3C18BC-855A-4DC9-BC07-B297F0FA1B18}" dt="2026-08-24T13:19:07.839" v="4959" actId="20577"/>
          <ac:spMkLst>
            <pc:docMk/>
            <pc:sldMk cId="2051799622" sldId="264"/>
            <ac:spMk id="2" creationId="{6FD47DB3-5C56-A9E4-92A1-AC2D22CE7137}"/>
          </ac:spMkLst>
        </pc:spChg>
        <pc:spChg chg="mod topLvl">
          <ac:chgData name="Kazumi Sato" userId="4aa595850e781d7c" providerId="LiveId" clId="{CD3C18BC-855A-4DC9-BC07-B297F0FA1B18}" dt="2026-08-24T13:18:49.097" v="4944" actId="1076"/>
          <ac:spMkLst>
            <pc:docMk/>
            <pc:sldMk cId="2051799622" sldId="264"/>
            <ac:spMk id="8" creationId="{84501F5D-18A3-E718-F8BB-3D2A3F1184B6}"/>
          </ac:spMkLst>
        </pc:spChg>
        <pc:spChg chg="mod">
          <ac:chgData name="Kazumi Sato" userId="4aa595850e781d7c" providerId="LiveId" clId="{CD3C18BC-855A-4DC9-BC07-B297F0FA1B18}" dt="2026-08-24T13:36:18.662" v="5063" actId="20577"/>
          <ac:spMkLst>
            <pc:docMk/>
            <pc:sldMk cId="2051799622" sldId="264"/>
            <ac:spMk id="11" creationId="{EAF5BE3F-4C92-A86E-338C-B5F8BCC900C7}"/>
          </ac:spMkLst>
        </pc:spChg>
        <pc:spChg chg="mod topLvl">
          <ac:chgData name="Kazumi Sato" userId="4aa595850e781d7c" providerId="LiveId" clId="{CD3C18BC-855A-4DC9-BC07-B297F0FA1B18}" dt="2026-08-24T13:18:26.086" v="4940" actId="165"/>
          <ac:spMkLst>
            <pc:docMk/>
            <pc:sldMk cId="2051799622" sldId="264"/>
            <ac:spMk id="14" creationId="{2FA2BA04-4222-AB3E-FDD3-0264370DFB19}"/>
          </ac:spMkLst>
        </pc:spChg>
        <pc:spChg chg="add del mod topLvl">
          <ac:chgData name="Kazumi Sato" userId="4aa595850e781d7c" providerId="LiveId" clId="{CD3C18BC-855A-4DC9-BC07-B297F0FA1B18}" dt="2026-08-24T13:18:38.591" v="4942" actId="478"/>
          <ac:spMkLst>
            <pc:docMk/>
            <pc:sldMk cId="2051799622" sldId="264"/>
            <ac:spMk id="18" creationId="{742CD428-FE40-158B-CC38-8D7AC6EE496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E9192-46C5-4FFC-B225-BC094626BA85}" type="datetimeFigureOut">
              <a:rPr kumimoji="1" lang="ja-JP" altLang="en-US" smtClean="0"/>
              <a:t>2026/8/31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29F80-C0BD-4529-BAFE-D6B9199E03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0652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E9192-46C5-4FFC-B225-BC094626BA85}" type="datetimeFigureOut">
              <a:rPr kumimoji="1" lang="ja-JP" altLang="en-US" smtClean="0"/>
              <a:t>2026/8/31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29F80-C0BD-4529-BAFE-D6B9199E03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3491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E9192-46C5-4FFC-B225-BC094626BA85}" type="datetimeFigureOut">
              <a:rPr kumimoji="1" lang="ja-JP" altLang="en-US" smtClean="0"/>
              <a:t>2026/8/31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29F80-C0BD-4529-BAFE-D6B9199E03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8971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E9192-46C5-4FFC-B225-BC094626BA85}" type="datetimeFigureOut">
              <a:rPr kumimoji="1" lang="ja-JP" altLang="en-US" smtClean="0"/>
              <a:t>2026/8/31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29F80-C0BD-4529-BAFE-D6B9199E03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3339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E9192-46C5-4FFC-B225-BC094626BA85}" type="datetimeFigureOut">
              <a:rPr kumimoji="1" lang="ja-JP" altLang="en-US" smtClean="0"/>
              <a:t>2026/8/31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29F80-C0BD-4529-BAFE-D6B9199E03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5149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E9192-46C5-4FFC-B225-BC094626BA85}" type="datetimeFigureOut">
              <a:rPr kumimoji="1" lang="ja-JP" altLang="en-US" smtClean="0"/>
              <a:t>2026/8/31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29F80-C0BD-4529-BAFE-D6B9199E03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4617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E9192-46C5-4FFC-B225-BC094626BA85}" type="datetimeFigureOut">
              <a:rPr kumimoji="1" lang="ja-JP" altLang="en-US" smtClean="0"/>
              <a:t>2026/8/31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29F80-C0BD-4529-BAFE-D6B9199E03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7510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E9192-46C5-4FFC-B225-BC094626BA85}" type="datetimeFigureOut">
              <a:rPr kumimoji="1" lang="ja-JP" altLang="en-US" smtClean="0"/>
              <a:t>2026/8/31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29F80-C0BD-4529-BAFE-D6B9199E03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5701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E9192-46C5-4FFC-B225-BC094626BA85}" type="datetimeFigureOut">
              <a:rPr kumimoji="1" lang="ja-JP" altLang="en-US" smtClean="0"/>
              <a:t>2026/8/31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29F80-C0BD-4529-BAFE-D6B9199E03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2207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E9192-46C5-4FFC-B225-BC094626BA85}" type="datetimeFigureOut">
              <a:rPr kumimoji="1" lang="ja-JP" altLang="en-US" smtClean="0"/>
              <a:t>2026/8/31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29F80-C0BD-4529-BAFE-D6B9199E03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9959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E9192-46C5-4FFC-B225-BC094626BA85}" type="datetimeFigureOut">
              <a:rPr kumimoji="1" lang="ja-JP" altLang="en-US" smtClean="0"/>
              <a:t>2026/8/31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29F80-C0BD-4529-BAFE-D6B9199E03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2926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5E9192-46C5-4FFC-B225-BC094626BA85}" type="datetimeFigureOut">
              <a:rPr kumimoji="1" lang="ja-JP" altLang="en-US" smtClean="0"/>
              <a:t>2026/8/31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429F80-C0BD-4529-BAFE-D6B9199E03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9940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134CF-CE68-12E4-05E4-9B3628C2E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E685F16A-8FE3-D0AE-E6C8-F83C2C493AFA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dirty="0">
                <a:solidFill>
                  <a:schemeClr val="tx1"/>
                </a:solidFill>
              </a:rPr>
              <a:t>以下の写真がスイッチする</a:t>
            </a:r>
            <a:endParaRPr kumimoji="1" lang="en-US" altLang="ja-JP" dirty="0">
              <a:solidFill>
                <a:schemeClr val="tx1"/>
              </a:solidFill>
            </a:endParaRPr>
          </a:p>
          <a:p>
            <a:r>
              <a:rPr kumimoji="1" lang="ja-JP" altLang="en-US" dirty="0">
                <a:solidFill>
                  <a:schemeClr val="tx1"/>
                </a:solidFill>
              </a:rPr>
              <a:t>①お店外観</a:t>
            </a:r>
            <a:endParaRPr kumimoji="1" lang="en-US" altLang="ja-JP" dirty="0">
              <a:solidFill>
                <a:schemeClr val="tx1"/>
              </a:solidFill>
            </a:endParaRPr>
          </a:p>
          <a:p>
            <a:r>
              <a:rPr kumimoji="1" lang="ja-JP" altLang="en-US" dirty="0">
                <a:solidFill>
                  <a:schemeClr val="tx1"/>
                </a:solidFill>
              </a:rPr>
              <a:t>②髪を切っている様子</a:t>
            </a:r>
            <a:endParaRPr kumimoji="1" lang="en-US" altLang="ja-JP" dirty="0">
              <a:solidFill>
                <a:schemeClr val="tx1"/>
              </a:solidFill>
            </a:endParaRPr>
          </a:p>
          <a:p>
            <a:r>
              <a:rPr kumimoji="1" lang="ja-JP" altLang="en-US" dirty="0">
                <a:solidFill>
                  <a:schemeClr val="tx1"/>
                </a:solidFill>
              </a:rPr>
              <a:t>③お店内観（シャワー台）</a:t>
            </a:r>
            <a:endParaRPr kumimoji="1" lang="en-US" altLang="ja-JP" dirty="0">
              <a:solidFill>
                <a:schemeClr val="tx1"/>
              </a:solidFill>
            </a:endParaRPr>
          </a:p>
          <a:p>
            <a:r>
              <a:rPr kumimoji="1" lang="ja-JP" altLang="en-US" dirty="0">
                <a:solidFill>
                  <a:schemeClr val="tx1"/>
                </a:solidFill>
              </a:rPr>
              <a:t>④髪を洗っている様子</a:t>
            </a:r>
            <a:endParaRPr kumimoji="1" lang="en-US" altLang="ja-JP" dirty="0">
              <a:solidFill>
                <a:schemeClr val="tx1"/>
              </a:solidFill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A662EC9-0622-2747-17AA-CC7F1F278B58}"/>
              </a:ext>
            </a:extLst>
          </p:cNvPr>
          <p:cNvSpPr txBox="1"/>
          <p:nvPr/>
        </p:nvSpPr>
        <p:spPr>
          <a:xfrm>
            <a:off x="246984" y="3129280"/>
            <a:ext cx="5724422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6600" dirty="0">
                <a:solidFill>
                  <a:schemeClr val="bg1"/>
                </a:solidFill>
                <a:latin typeface="Corbel" panose="020B0503020204020204" pitchFamily="34" charset="0"/>
              </a:rPr>
              <a:t>L E N T O</a:t>
            </a:r>
          </a:p>
          <a:p>
            <a:r>
              <a:rPr kumimoji="1" lang="en-US" altLang="ja-JP" sz="4800" dirty="0">
                <a:solidFill>
                  <a:schemeClr val="bg1"/>
                </a:solidFill>
                <a:latin typeface="Corbel" panose="020B0503020204020204" pitchFamily="34" charset="0"/>
              </a:rPr>
              <a:t>H A I R    D E S I G N .</a:t>
            </a:r>
            <a:endParaRPr kumimoji="1" lang="ja-JP" altLang="en-US" sz="4800" dirty="0">
              <a:solidFill>
                <a:schemeClr val="bg1"/>
              </a:solidFill>
              <a:latin typeface="Corbel" panose="020B0503020204020204" pitchFamily="34" charset="0"/>
            </a:endParaRPr>
          </a:p>
        </p:txBody>
      </p: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8330E718-E522-C0A4-499B-D362B508EF37}"/>
              </a:ext>
            </a:extLst>
          </p:cNvPr>
          <p:cNvGrpSpPr/>
          <p:nvPr/>
        </p:nvGrpSpPr>
        <p:grpSpPr>
          <a:xfrm>
            <a:off x="8249920" y="0"/>
            <a:ext cx="894080" cy="5143500"/>
            <a:chOff x="9387840" y="944880"/>
            <a:chExt cx="894080" cy="5143500"/>
          </a:xfrm>
        </p:grpSpPr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655DFCB3-68D0-B6E0-368C-9D7CA4CD2C90}"/>
                </a:ext>
              </a:extLst>
            </p:cNvPr>
            <p:cNvSpPr/>
            <p:nvPr/>
          </p:nvSpPr>
          <p:spPr>
            <a:xfrm>
              <a:off x="9387840" y="944880"/>
              <a:ext cx="894080" cy="5143500"/>
            </a:xfrm>
            <a:prstGeom prst="rect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80200061-C86B-8F75-D48A-5503546E12A8}"/>
                </a:ext>
              </a:extLst>
            </p:cNvPr>
            <p:cNvSpPr txBox="1"/>
            <p:nvPr/>
          </p:nvSpPr>
          <p:spPr>
            <a:xfrm>
              <a:off x="9573270" y="944880"/>
              <a:ext cx="461665" cy="5143500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000" dirty="0">
                  <a:latin typeface="Corbel" panose="020B0503020204020204" pitchFamily="34" charset="0"/>
                </a:rPr>
                <a:t>      CONCEPT      STAFF      MENU      STYLE       ACCESS </a:t>
              </a:r>
              <a:r>
                <a:rPr kumimoji="1" lang="en-US" altLang="ja-JP" sz="1400" dirty="0">
                  <a:latin typeface="Corbel" panose="020B0503020204020204" pitchFamily="34" charset="0"/>
                </a:rPr>
                <a:t>         </a:t>
              </a:r>
              <a:r>
                <a:rPr kumimoji="1" lang="ja-JP" altLang="en-US" sz="1400" dirty="0">
                  <a:latin typeface="Corbel" panose="020B0503020204020204" pitchFamily="34" charset="0"/>
                </a:rPr>
                <a:t>　　　</a:t>
              </a:r>
              <a:r>
                <a:rPr kumimoji="1" lang="en-US" altLang="ja-JP" sz="1400" b="1" dirty="0">
                  <a:latin typeface="Corbel" panose="020B0503020204020204" pitchFamily="34" charset="0"/>
                </a:rPr>
                <a:t> </a:t>
              </a:r>
              <a:r>
                <a:rPr kumimoji="1" lang="ja-JP" altLang="en-US" sz="1600" dirty="0">
                  <a:latin typeface="Corbel" panose="020B0503020204020204" pitchFamily="34" charset="0"/>
                </a:rPr>
                <a:t>✉</a:t>
              </a:r>
              <a:r>
                <a:rPr kumimoji="1" lang="en-US" altLang="ja-JP" sz="1600" b="1" dirty="0">
                  <a:latin typeface="Corbel" panose="020B0503020204020204" pitchFamily="34" charset="0"/>
                </a:rPr>
                <a:t>BOOK </a:t>
              </a:r>
              <a:r>
                <a:rPr kumimoji="1" lang="ja-JP" altLang="en-US" sz="1600" b="1" dirty="0">
                  <a:latin typeface="Corbel" panose="020B0503020204020204" pitchFamily="34" charset="0"/>
                </a:rPr>
                <a:t>  </a:t>
              </a:r>
              <a:r>
                <a:rPr kumimoji="1" lang="ja-JP" altLang="en-US" dirty="0">
                  <a:latin typeface="Corbel" panose="020B0503020204020204" pitchFamily="34" charset="0"/>
                </a:rPr>
                <a:t>〇</a:t>
              </a:r>
              <a:endParaRPr kumimoji="1" lang="en-US" altLang="ja-JP" dirty="0">
                <a:latin typeface="Corbel" panose="020B0503020204020204" pitchFamily="34" charset="0"/>
              </a:endParaRPr>
            </a:p>
          </p:txBody>
        </p:sp>
      </p:grpSp>
      <p:sp>
        <p:nvSpPr>
          <p:cNvPr id="20" name="楕円 19">
            <a:extLst>
              <a:ext uri="{FF2B5EF4-FFF2-40B4-BE49-F238E27FC236}">
                <a16:creationId xmlns:a16="http://schemas.microsoft.com/office/drawing/2014/main" id="{07F1DDBF-5AEB-7A05-6B1D-B636C8CC0454}"/>
              </a:ext>
            </a:extLst>
          </p:cNvPr>
          <p:cNvSpPr/>
          <p:nvPr/>
        </p:nvSpPr>
        <p:spPr>
          <a:xfrm>
            <a:off x="3763541" y="3158529"/>
            <a:ext cx="894080" cy="894080"/>
          </a:xfrm>
          <a:prstGeom prst="ellips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bg1">
                    <a:lumMod val="75000"/>
                  </a:schemeClr>
                </a:solidFill>
              </a:rPr>
              <a:t>logo</a:t>
            </a:r>
            <a:endParaRPr kumimoji="1" lang="ja-JP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5B541121-EC46-13CF-3955-8EF9372B2B6C}"/>
              </a:ext>
            </a:extLst>
          </p:cNvPr>
          <p:cNvSpPr/>
          <p:nvPr/>
        </p:nvSpPr>
        <p:spPr>
          <a:xfrm>
            <a:off x="6903589" y="-113305"/>
            <a:ext cx="3063521" cy="52568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kumimoji="1" lang="en-US" altLang="ja-JP" sz="800" dirty="0"/>
              <a:t>【</a:t>
            </a:r>
            <a:r>
              <a:rPr kumimoji="1" lang="ja-JP" altLang="en-US" sz="800" dirty="0"/>
              <a:t>世界観</a:t>
            </a:r>
            <a:r>
              <a:rPr kumimoji="1" lang="en-US" altLang="ja-JP" sz="800" dirty="0"/>
              <a:t>】</a:t>
            </a:r>
          </a:p>
          <a:p>
            <a:r>
              <a:rPr kumimoji="1" lang="ja-JP" altLang="en-US" sz="800" dirty="0"/>
              <a:t>日本の郊外にある夫婦経営のこじんまりとした</a:t>
            </a:r>
            <a:r>
              <a:rPr kumimoji="1" lang="en-US" altLang="ja-JP" sz="800" dirty="0"/>
              <a:t>LENTO</a:t>
            </a:r>
            <a:r>
              <a:rPr kumimoji="1" lang="ja-JP" altLang="en-US" sz="800" dirty="0"/>
              <a:t> </a:t>
            </a:r>
            <a:r>
              <a:rPr kumimoji="1" lang="en-US" altLang="ja-JP" sz="800" dirty="0"/>
              <a:t>HAIR</a:t>
            </a:r>
            <a:r>
              <a:rPr kumimoji="1" lang="ja-JP" altLang="en-US" sz="800" dirty="0"/>
              <a:t> </a:t>
            </a:r>
            <a:r>
              <a:rPr kumimoji="1" lang="en-US" altLang="ja-JP" sz="800" dirty="0"/>
              <a:t>DESIGN</a:t>
            </a:r>
            <a:r>
              <a:rPr kumimoji="1" lang="ja-JP" altLang="en-US" sz="800" dirty="0"/>
              <a:t>という路面店、ウッディで緑豊かな外観・内観、本とおしゃれな小物が置いてある、看板犬のビションフリーゼ</a:t>
            </a:r>
            <a:r>
              <a:rPr kumimoji="1" lang="en-US" altLang="ja-JP" sz="800" dirty="0"/>
              <a:t>1</a:t>
            </a:r>
            <a:r>
              <a:rPr kumimoji="1" lang="ja-JP" altLang="en-US" sz="800" dirty="0"/>
              <a:t>匹、オーナー夫婦は</a:t>
            </a:r>
            <a:r>
              <a:rPr kumimoji="1" lang="en-US" altLang="ja-JP" sz="800" dirty="0"/>
              <a:t>30</a:t>
            </a:r>
            <a:r>
              <a:rPr kumimoji="1" lang="ja-JP" altLang="en-US" sz="800" dirty="0"/>
              <a:t>代後半日本人、アシスタントの</a:t>
            </a:r>
            <a:r>
              <a:rPr kumimoji="1" lang="en-US" altLang="ja-JP" sz="800" dirty="0"/>
              <a:t>20</a:t>
            </a:r>
            <a:r>
              <a:rPr kumimoji="1" lang="ja-JP" altLang="en-US" sz="800" dirty="0"/>
              <a:t>代日本人男性</a:t>
            </a:r>
            <a:r>
              <a:rPr kumimoji="1" lang="en-US" altLang="ja-JP" sz="800" dirty="0"/>
              <a:t>1</a:t>
            </a:r>
            <a:r>
              <a:rPr kumimoji="1" lang="ja-JP" altLang="en-US" sz="800" dirty="0"/>
              <a:t>名、全員日本人、ターゲット層は</a:t>
            </a:r>
            <a:r>
              <a:rPr kumimoji="1" lang="en-US" altLang="ja-JP" sz="800" dirty="0"/>
              <a:t>20</a:t>
            </a:r>
            <a:r>
              <a:rPr kumimoji="1" lang="ja-JP" altLang="en-US" sz="800" dirty="0"/>
              <a:t>代～</a:t>
            </a:r>
            <a:r>
              <a:rPr kumimoji="1" lang="en-US" altLang="ja-JP" sz="800" dirty="0"/>
              <a:t>30</a:t>
            </a:r>
            <a:r>
              <a:rPr kumimoji="1" lang="ja-JP" altLang="en-US" sz="800" dirty="0"/>
              <a:t>代女性、店の照明や光は暖色、店のイメージカラーは茶・緑・オフホワイト・黒、小物はカラフル</a:t>
            </a:r>
          </a:p>
          <a:p>
            <a:r>
              <a:rPr kumimoji="1" lang="en-US" altLang="ja-JP" sz="800" dirty="0"/>
              <a:t>【</a:t>
            </a:r>
            <a:r>
              <a:rPr kumimoji="1" lang="ja-JP" altLang="en-US" sz="800" dirty="0"/>
              <a:t>写真構成</a:t>
            </a:r>
            <a:r>
              <a:rPr kumimoji="1" lang="en-US" altLang="ja-JP" sz="800" dirty="0"/>
              <a:t>】</a:t>
            </a:r>
          </a:p>
          <a:p>
            <a:r>
              <a:rPr kumimoji="1" lang="en-US" altLang="ja-JP" sz="800"/>
              <a:t>①</a:t>
            </a:r>
            <a:r>
              <a:rPr kumimoji="1" lang="ja-JP" altLang="en-US" sz="800" dirty="0"/>
              <a:t>お店外観</a:t>
            </a:r>
          </a:p>
          <a:p>
            <a:r>
              <a:rPr kumimoji="1" lang="ja-JP" altLang="en-US" sz="800" dirty="0"/>
              <a:t>木造の建物、緑、自転車、看板犬、店の中で働いているオーナー夫婦とアシスタントの</a:t>
            </a:r>
            <a:r>
              <a:rPr kumimoji="1" lang="en-US" altLang="ja-JP" sz="800" dirty="0"/>
              <a:t>20</a:t>
            </a:r>
            <a:r>
              <a:rPr kumimoji="1" lang="ja-JP" altLang="en-US" sz="800" dirty="0"/>
              <a:t>代男性</a:t>
            </a:r>
          </a:p>
          <a:p>
            <a:r>
              <a:rPr kumimoji="1" lang="ja-JP" altLang="en-US" sz="800" dirty="0"/>
              <a:t>②お客さんの髪を切っているオーナーの男性、手元寄り</a:t>
            </a:r>
          </a:p>
          <a:p>
            <a:r>
              <a:rPr kumimoji="1" lang="ja-JP" altLang="en-US" sz="800" dirty="0"/>
              <a:t>③お店内観：シャワー台が</a:t>
            </a:r>
            <a:r>
              <a:rPr kumimoji="1" lang="en-US" altLang="ja-JP" sz="800" dirty="0"/>
              <a:t>2</a:t>
            </a:r>
            <a:r>
              <a:rPr kumimoji="1" lang="ja-JP" altLang="en-US" sz="800" dirty="0"/>
              <a:t>台、その後ろにシャンプーなどがたくさん並んでいる</a:t>
            </a:r>
          </a:p>
          <a:p>
            <a:r>
              <a:rPr kumimoji="1" lang="ja-JP" altLang="en-US" sz="800" dirty="0"/>
              <a:t>④オーナー女性が髪を洗っている様子</a:t>
            </a:r>
          </a:p>
          <a:p>
            <a:r>
              <a:rPr kumimoji="1" lang="ja-JP" altLang="en-US" sz="800" dirty="0"/>
              <a:t>⑤オーナー男性が髪を切りながらお客さんと話している様子</a:t>
            </a:r>
          </a:p>
          <a:p>
            <a:r>
              <a:rPr kumimoji="1" lang="ja-JP" altLang="en-US" sz="800" dirty="0"/>
              <a:t>⑥看板犬が本と小物に囲まれている</a:t>
            </a:r>
          </a:p>
          <a:p>
            <a:r>
              <a:rPr kumimoji="1" lang="ja-JP" altLang="en-US" sz="800" dirty="0"/>
              <a:t>⑦内観：鏡が</a:t>
            </a:r>
            <a:r>
              <a:rPr kumimoji="1" lang="en-US" altLang="ja-JP" sz="800" dirty="0"/>
              <a:t>2</a:t>
            </a:r>
            <a:r>
              <a:rPr kumimoji="1" lang="ja-JP" altLang="en-US" sz="800" dirty="0"/>
              <a:t>台、その前に椅子が</a:t>
            </a:r>
            <a:r>
              <a:rPr kumimoji="1" lang="en-US" altLang="ja-JP" sz="800" dirty="0"/>
              <a:t>2</a:t>
            </a:r>
            <a:r>
              <a:rPr kumimoji="1" lang="ja-JP" altLang="en-US" sz="800" dirty="0"/>
              <a:t>台並んでいる</a:t>
            </a:r>
          </a:p>
          <a:p>
            <a:r>
              <a:rPr kumimoji="1" lang="ja-JP" altLang="en-US" sz="800" dirty="0"/>
              <a:t>⑧内観：ペンダントライト、その奥に掛け時計がかかった壁</a:t>
            </a:r>
          </a:p>
          <a:p>
            <a:r>
              <a:rPr kumimoji="1" lang="ja-JP" altLang="en-US" sz="800" dirty="0"/>
              <a:t>⑨作業台に載ったはさみや櫛の寄り</a:t>
            </a:r>
          </a:p>
          <a:p>
            <a:r>
              <a:rPr kumimoji="1" lang="en-US" altLang="ja-JP" sz="800" dirty="0"/>
              <a:t>&lt;⑩</a:t>
            </a:r>
            <a:r>
              <a:rPr kumimoji="1" lang="ja-JP" altLang="en-US" sz="800" dirty="0"/>
              <a:t>～⑬はスタッフ写真、①の写真に出てくる人物・犬と同一にする</a:t>
            </a:r>
            <a:r>
              <a:rPr kumimoji="1" lang="en-US" altLang="ja-JP" sz="800" dirty="0"/>
              <a:t>&gt;</a:t>
            </a:r>
          </a:p>
          <a:p>
            <a:r>
              <a:rPr kumimoji="1" lang="en-US" altLang="ja-JP" sz="800" dirty="0"/>
              <a:t>⑩</a:t>
            </a:r>
            <a:r>
              <a:rPr kumimoji="1" lang="ja-JP" altLang="en-US" sz="800" dirty="0"/>
              <a:t>オーナー</a:t>
            </a:r>
            <a:r>
              <a:rPr kumimoji="1" lang="en-US" altLang="ja-JP" sz="800" dirty="0"/>
              <a:t>30</a:t>
            </a:r>
            <a:r>
              <a:rPr kumimoji="1" lang="ja-JP" altLang="en-US" sz="800" dirty="0"/>
              <a:t>代後半男性、ひげ・黒髪</a:t>
            </a:r>
          </a:p>
          <a:p>
            <a:r>
              <a:rPr kumimoji="1" lang="ja-JP" altLang="en-US" sz="800" dirty="0"/>
              <a:t>⑪オーナー</a:t>
            </a:r>
            <a:r>
              <a:rPr kumimoji="1" lang="en-US" altLang="ja-JP" sz="800" dirty="0"/>
              <a:t>30</a:t>
            </a:r>
            <a:r>
              <a:rPr kumimoji="1" lang="ja-JP" altLang="en-US" sz="800" dirty="0"/>
              <a:t>代後半女性、ボブヘア</a:t>
            </a:r>
          </a:p>
          <a:p>
            <a:r>
              <a:rPr kumimoji="1" lang="ja-JP" altLang="en-US" sz="800" dirty="0"/>
              <a:t>⑫アシスタント</a:t>
            </a:r>
            <a:r>
              <a:rPr kumimoji="1" lang="en-US" altLang="ja-JP" sz="800" dirty="0"/>
              <a:t>20</a:t>
            </a:r>
            <a:r>
              <a:rPr kumimoji="1" lang="ja-JP" altLang="en-US" sz="800" dirty="0"/>
              <a:t>代男性、眼鏡・長髪</a:t>
            </a:r>
          </a:p>
          <a:p>
            <a:r>
              <a:rPr kumimoji="1" lang="ja-JP" altLang="en-US" sz="800" dirty="0"/>
              <a:t>⑬看板犬ビションフリーゼ</a:t>
            </a:r>
            <a:r>
              <a:rPr kumimoji="1" lang="en-US" altLang="ja-JP" sz="800" dirty="0"/>
              <a:t>5</a:t>
            </a:r>
            <a:r>
              <a:rPr kumimoji="1" lang="ja-JP" altLang="en-US" sz="800" dirty="0"/>
              <a:t>歳</a:t>
            </a:r>
          </a:p>
          <a:p>
            <a:r>
              <a:rPr kumimoji="1" lang="en-US" altLang="ja-JP" sz="800" dirty="0"/>
              <a:t>&lt;⑭</a:t>
            </a:r>
            <a:r>
              <a:rPr kumimoji="1" lang="ja-JP" altLang="en-US" sz="800" dirty="0"/>
              <a:t>～㉑はヘアスタイルが主役のストリートスナップっぽい写真</a:t>
            </a:r>
            <a:r>
              <a:rPr kumimoji="1" lang="en-US" altLang="ja-JP" sz="800" dirty="0"/>
              <a:t>&gt;</a:t>
            </a:r>
          </a:p>
          <a:p>
            <a:r>
              <a:rPr kumimoji="1" lang="en-US" altLang="ja-JP" sz="800" dirty="0"/>
              <a:t>⑭</a:t>
            </a:r>
            <a:r>
              <a:rPr kumimoji="1" lang="ja-JP" altLang="en-US" sz="800" dirty="0"/>
              <a:t>日本人女性ショート</a:t>
            </a:r>
          </a:p>
          <a:p>
            <a:r>
              <a:rPr kumimoji="1" lang="ja-JP" altLang="en-US" sz="800" dirty="0"/>
              <a:t>⑮日本人女性ボブ</a:t>
            </a:r>
          </a:p>
          <a:p>
            <a:r>
              <a:rPr kumimoji="1" lang="ja-JP" altLang="en-US" sz="800" dirty="0"/>
              <a:t>⑯日本人女性ロング・パーマ</a:t>
            </a:r>
          </a:p>
          <a:p>
            <a:r>
              <a:rPr kumimoji="1" lang="ja-JP" altLang="en-US" sz="800" dirty="0"/>
              <a:t>⑰日本人女性ベリーショート</a:t>
            </a:r>
          </a:p>
          <a:p>
            <a:r>
              <a:rPr kumimoji="1" lang="ja-JP" altLang="en-US" sz="800" dirty="0"/>
              <a:t>⑱日本人女性ミディアム</a:t>
            </a:r>
          </a:p>
          <a:p>
            <a:r>
              <a:rPr kumimoji="1" lang="ja-JP" altLang="en-US" sz="800" dirty="0"/>
              <a:t>⑲日本人女性ボブ</a:t>
            </a:r>
          </a:p>
          <a:p>
            <a:r>
              <a:rPr kumimoji="1" lang="ja-JP" altLang="en-US" sz="800" dirty="0"/>
              <a:t>⑳日本人女性ショート</a:t>
            </a:r>
          </a:p>
          <a:p>
            <a:r>
              <a:rPr kumimoji="1" lang="ja-JP" altLang="en-US" sz="800" dirty="0"/>
              <a:t>㉑日本人女性ベリーショート</a:t>
            </a:r>
          </a:p>
        </p:txBody>
      </p:sp>
    </p:spTree>
    <p:extLst>
      <p:ext uri="{BB962C8B-B14F-4D97-AF65-F5344CB8AC3E}">
        <p14:creationId xmlns:p14="http://schemas.microsoft.com/office/powerpoint/2010/main" val="785212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18444-672C-5025-6535-6FB584A0F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48DE3D2-ABE2-5F64-C293-F59015C679FB}"/>
              </a:ext>
            </a:extLst>
          </p:cNvPr>
          <p:cNvSpPr/>
          <p:nvPr/>
        </p:nvSpPr>
        <p:spPr>
          <a:xfrm>
            <a:off x="9730607" y="0"/>
            <a:ext cx="3892731" cy="2917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kumimoji="1" lang="en-US" altLang="ja-JP" sz="1200" dirty="0"/>
              <a:t>【</a:t>
            </a:r>
            <a:r>
              <a:rPr kumimoji="1" lang="ja-JP" altLang="en-US" sz="1200" dirty="0"/>
              <a:t>構成</a:t>
            </a:r>
            <a:r>
              <a:rPr kumimoji="1" lang="en-US" altLang="ja-JP" sz="1200" dirty="0"/>
              <a:t>】</a:t>
            </a:r>
          </a:p>
          <a:p>
            <a:r>
              <a:rPr kumimoji="1" lang="en-US" altLang="ja-JP" sz="1200" dirty="0"/>
              <a:t>top-wrapper</a:t>
            </a:r>
          </a:p>
          <a:p>
            <a:endParaRPr kumimoji="1" lang="en-US" altLang="ja-JP" sz="1200" dirty="0"/>
          </a:p>
          <a:p>
            <a:r>
              <a:rPr kumimoji="1" lang="en-US" altLang="ja-JP" sz="1200" dirty="0"/>
              <a:t>concept-wrapper</a:t>
            </a:r>
          </a:p>
          <a:p>
            <a:endParaRPr kumimoji="1" lang="en-US" altLang="ja-JP" sz="1200" dirty="0"/>
          </a:p>
          <a:p>
            <a:r>
              <a:rPr kumimoji="1" lang="en-US" altLang="ja-JP" sz="1200" dirty="0"/>
              <a:t>staff-wrapper</a:t>
            </a:r>
          </a:p>
          <a:p>
            <a:endParaRPr kumimoji="1" lang="en-US" altLang="ja-JP" sz="1200" dirty="0"/>
          </a:p>
          <a:p>
            <a:r>
              <a:rPr kumimoji="1" lang="en-US" altLang="ja-JP" sz="1200" dirty="0"/>
              <a:t>menu-wrapper</a:t>
            </a:r>
          </a:p>
          <a:p>
            <a:endParaRPr kumimoji="1" lang="en-US" altLang="ja-JP" sz="1200" dirty="0"/>
          </a:p>
          <a:p>
            <a:r>
              <a:rPr kumimoji="1" lang="en-US" altLang="ja-JP" sz="1200" dirty="0"/>
              <a:t>style-wrapper</a:t>
            </a:r>
          </a:p>
          <a:p>
            <a:endParaRPr kumimoji="1" lang="en-US" altLang="ja-JP" sz="1200" dirty="0"/>
          </a:p>
          <a:p>
            <a:r>
              <a:rPr kumimoji="1" lang="en-US" altLang="ja-JP" sz="1200" dirty="0"/>
              <a:t>access-wrapper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4BF8569D-88E3-EDAC-2158-C1C201847DBF}"/>
              </a:ext>
            </a:extLst>
          </p:cNvPr>
          <p:cNvSpPr/>
          <p:nvPr/>
        </p:nvSpPr>
        <p:spPr>
          <a:xfrm>
            <a:off x="3248526" y="0"/>
            <a:ext cx="5895473" cy="51435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dirty="0">
                <a:solidFill>
                  <a:schemeClr val="tx1"/>
                </a:solidFill>
              </a:rPr>
              <a:t>以下の写真がスイッチする</a:t>
            </a:r>
            <a:endParaRPr kumimoji="1" lang="en-US" altLang="ja-JP" dirty="0">
              <a:solidFill>
                <a:schemeClr val="tx1"/>
              </a:solidFill>
            </a:endParaRPr>
          </a:p>
          <a:p>
            <a:r>
              <a:rPr kumimoji="1" lang="ja-JP" altLang="en-US" dirty="0">
                <a:solidFill>
                  <a:schemeClr val="tx1"/>
                </a:solidFill>
              </a:rPr>
              <a:t>①髪切っている手元</a:t>
            </a:r>
            <a:endParaRPr kumimoji="1" lang="en-US" altLang="ja-JP" dirty="0">
              <a:solidFill>
                <a:schemeClr val="tx1"/>
              </a:solidFill>
            </a:endParaRPr>
          </a:p>
          <a:p>
            <a:r>
              <a:rPr kumimoji="1" lang="ja-JP" altLang="en-US" dirty="0">
                <a:solidFill>
                  <a:schemeClr val="tx1"/>
                </a:solidFill>
              </a:rPr>
              <a:t>②お客様と話している場面</a:t>
            </a:r>
            <a:endParaRPr kumimoji="1" lang="en-US" altLang="ja-JP" dirty="0">
              <a:solidFill>
                <a:schemeClr val="tx1"/>
              </a:solidFill>
            </a:endParaRPr>
          </a:p>
          <a:p>
            <a:r>
              <a:rPr kumimoji="1" lang="ja-JP" altLang="en-US" dirty="0">
                <a:solidFill>
                  <a:schemeClr val="tx1"/>
                </a:solidFill>
              </a:rPr>
              <a:t>③本と小物</a:t>
            </a:r>
            <a:endParaRPr kumimoji="1" lang="en-US" altLang="ja-JP" dirty="0">
              <a:solidFill>
                <a:schemeClr val="tx1"/>
              </a:solidFill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9CAAD32-E790-A460-1EA5-E4067CD3DD7F}"/>
              </a:ext>
            </a:extLst>
          </p:cNvPr>
          <p:cNvSpPr txBox="1"/>
          <p:nvPr/>
        </p:nvSpPr>
        <p:spPr>
          <a:xfrm>
            <a:off x="246985" y="481689"/>
            <a:ext cx="17545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>
                <a:latin typeface="Corbel" panose="020B0503020204020204" pitchFamily="34" charset="0"/>
              </a:rPr>
              <a:t>CONCEPT</a:t>
            </a:r>
            <a:endParaRPr kumimoji="1" lang="ja-JP" altLang="en-US" sz="2800" dirty="0">
              <a:latin typeface="Corbel" panose="020B050302020402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2C10976-2C35-5E27-CC1F-EA99174EA174}"/>
              </a:ext>
            </a:extLst>
          </p:cNvPr>
          <p:cNvSpPr txBox="1"/>
          <p:nvPr/>
        </p:nvSpPr>
        <p:spPr>
          <a:xfrm>
            <a:off x="246985" y="1111608"/>
            <a:ext cx="2912776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700" dirty="0">
                <a:latin typeface="Corbel" panose="020B0503020204020204" pitchFamily="34" charset="0"/>
              </a:rPr>
              <a:t>髪から、日々を好きになる。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1E863BD-DC45-651C-3B83-7F33E12DC5F2}"/>
              </a:ext>
            </a:extLst>
          </p:cNvPr>
          <p:cNvSpPr txBox="1"/>
          <p:nvPr/>
        </p:nvSpPr>
        <p:spPr>
          <a:xfrm>
            <a:off x="246985" y="1860771"/>
            <a:ext cx="2665790" cy="23235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sz="1400" dirty="0">
                <a:latin typeface="Corbel" panose="020B0503020204020204" pitchFamily="34" charset="0"/>
              </a:rPr>
              <a:t>何気ない一日の中に</a:t>
            </a:r>
          </a:p>
          <a:p>
            <a:pPr>
              <a:lnSpc>
                <a:spcPct val="150000"/>
              </a:lnSpc>
            </a:pPr>
            <a:r>
              <a:rPr kumimoji="1" lang="ja-JP" altLang="en-US" sz="1400" dirty="0">
                <a:latin typeface="Corbel" panose="020B0503020204020204" pitchFamily="34" charset="0"/>
              </a:rPr>
              <a:t>小さな「好き」が</a:t>
            </a:r>
            <a:endParaRPr kumimoji="1" lang="en-US" altLang="ja-JP" sz="1400" dirty="0">
              <a:latin typeface="Corbel" panose="020B0503020204020204" pitchFamily="34" charset="0"/>
            </a:endParaRPr>
          </a:p>
          <a:p>
            <a:pPr>
              <a:lnSpc>
                <a:spcPct val="150000"/>
              </a:lnSpc>
            </a:pPr>
            <a:r>
              <a:rPr kumimoji="1" lang="ja-JP" altLang="en-US" sz="1400" dirty="0">
                <a:latin typeface="Corbel" panose="020B0503020204020204" pitchFamily="34" charset="0"/>
              </a:rPr>
              <a:t>増えていくようなヘアを。</a:t>
            </a:r>
            <a:endParaRPr kumimoji="1" lang="en-US" altLang="ja-JP" sz="1400" dirty="0">
              <a:latin typeface="Corbel" panose="020B0503020204020204" pitchFamily="34" charset="0"/>
            </a:endParaRPr>
          </a:p>
          <a:p>
            <a:pPr>
              <a:lnSpc>
                <a:spcPct val="150000"/>
              </a:lnSpc>
            </a:pPr>
            <a:endParaRPr kumimoji="1" lang="en-US" altLang="ja-JP" sz="1400" dirty="0">
              <a:latin typeface="Corbel" panose="020B0503020204020204" pitchFamily="34" charset="0"/>
            </a:endParaRPr>
          </a:p>
          <a:p>
            <a:pPr>
              <a:lnSpc>
                <a:spcPct val="150000"/>
              </a:lnSpc>
            </a:pPr>
            <a:r>
              <a:rPr kumimoji="1" lang="ja-JP" altLang="en-US" sz="1400" dirty="0">
                <a:latin typeface="Corbel" panose="020B0503020204020204" pitchFamily="34" charset="0"/>
              </a:rPr>
              <a:t>わんこと本に囲まれながら</a:t>
            </a:r>
            <a:endParaRPr kumimoji="1" lang="en-US" altLang="ja-JP" sz="1400" dirty="0">
              <a:latin typeface="Corbel" panose="020B0503020204020204" pitchFamily="34" charset="0"/>
            </a:endParaRPr>
          </a:p>
          <a:p>
            <a:pPr>
              <a:lnSpc>
                <a:spcPct val="150000"/>
              </a:lnSpc>
            </a:pPr>
            <a:r>
              <a:rPr kumimoji="1" lang="ja-JP" altLang="en-US" sz="1400" dirty="0">
                <a:latin typeface="Corbel" panose="020B0503020204020204" pitchFamily="34" charset="0"/>
              </a:rPr>
              <a:t>あなただけの時間を</a:t>
            </a:r>
            <a:endParaRPr kumimoji="1" lang="en-US" altLang="ja-JP" sz="1400" dirty="0">
              <a:latin typeface="Corbel" panose="020B0503020204020204" pitchFamily="34" charset="0"/>
            </a:endParaRPr>
          </a:p>
          <a:p>
            <a:pPr>
              <a:lnSpc>
                <a:spcPct val="150000"/>
              </a:lnSpc>
            </a:pPr>
            <a:r>
              <a:rPr kumimoji="1" lang="ja-JP" altLang="en-US" sz="1400" dirty="0">
                <a:latin typeface="Corbel" panose="020B0503020204020204" pitchFamily="34" charset="0"/>
              </a:rPr>
              <a:t>ゆったりお過ごしください。</a:t>
            </a:r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28778CA2-6597-FEB9-06A8-8B19886B88CD}"/>
              </a:ext>
            </a:extLst>
          </p:cNvPr>
          <p:cNvGrpSpPr/>
          <p:nvPr/>
        </p:nvGrpSpPr>
        <p:grpSpPr>
          <a:xfrm>
            <a:off x="8249920" y="0"/>
            <a:ext cx="894080" cy="5143500"/>
            <a:chOff x="9387840" y="944880"/>
            <a:chExt cx="894080" cy="5143500"/>
          </a:xfrm>
        </p:grpSpPr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DB6BE04B-5916-0F39-9CE6-04FF7DB18FAF}"/>
                </a:ext>
              </a:extLst>
            </p:cNvPr>
            <p:cNvSpPr/>
            <p:nvPr/>
          </p:nvSpPr>
          <p:spPr>
            <a:xfrm>
              <a:off x="9387840" y="944880"/>
              <a:ext cx="894080" cy="5143500"/>
            </a:xfrm>
            <a:prstGeom prst="rect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FF5DB8AC-CB51-4533-BE49-E4E32A437677}"/>
                </a:ext>
              </a:extLst>
            </p:cNvPr>
            <p:cNvSpPr txBox="1"/>
            <p:nvPr/>
          </p:nvSpPr>
          <p:spPr>
            <a:xfrm>
              <a:off x="9573270" y="944880"/>
              <a:ext cx="461665" cy="5143500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000" dirty="0">
                  <a:latin typeface="Corbel" panose="020B0503020204020204" pitchFamily="34" charset="0"/>
                </a:rPr>
                <a:t>      CONCEPT      STAFF      MENU      STYLE       ACCESS </a:t>
              </a:r>
              <a:r>
                <a:rPr kumimoji="1" lang="en-US" altLang="ja-JP" sz="1400" dirty="0">
                  <a:latin typeface="Corbel" panose="020B0503020204020204" pitchFamily="34" charset="0"/>
                </a:rPr>
                <a:t>         </a:t>
              </a:r>
              <a:r>
                <a:rPr kumimoji="1" lang="ja-JP" altLang="en-US" sz="1400" dirty="0">
                  <a:latin typeface="Corbel" panose="020B0503020204020204" pitchFamily="34" charset="0"/>
                </a:rPr>
                <a:t>　　　</a:t>
              </a:r>
              <a:r>
                <a:rPr kumimoji="1" lang="en-US" altLang="ja-JP" sz="1400" b="1" dirty="0">
                  <a:latin typeface="Corbel" panose="020B0503020204020204" pitchFamily="34" charset="0"/>
                </a:rPr>
                <a:t> </a:t>
              </a:r>
              <a:r>
                <a:rPr kumimoji="1" lang="ja-JP" altLang="en-US" sz="1600" dirty="0">
                  <a:latin typeface="Corbel" panose="020B0503020204020204" pitchFamily="34" charset="0"/>
                </a:rPr>
                <a:t>✉</a:t>
              </a:r>
              <a:r>
                <a:rPr kumimoji="1" lang="en-US" altLang="ja-JP" sz="1600" b="1" dirty="0">
                  <a:latin typeface="Corbel" panose="020B0503020204020204" pitchFamily="34" charset="0"/>
                </a:rPr>
                <a:t>BOOK </a:t>
              </a:r>
              <a:r>
                <a:rPr kumimoji="1" lang="ja-JP" altLang="en-US" sz="1600" b="1" dirty="0">
                  <a:latin typeface="Corbel" panose="020B0503020204020204" pitchFamily="34" charset="0"/>
                </a:rPr>
                <a:t>  </a:t>
              </a:r>
              <a:r>
                <a:rPr kumimoji="1" lang="ja-JP" altLang="en-US" dirty="0">
                  <a:latin typeface="Corbel" panose="020B0503020204020204" pitchFamily="34" charset="0"/>
                </a:rPr>
                <a:t>〇</a:t>
              </a:r>
              <a:endParaRPr kumimoji="1" lang="en-US" altLang="ja-JP" dirty="0">
                <a:latin typeface="Corbel" panose="020B0503020204020204" pitchFamily="34" charset="0"/>
              </a:endParaRPr>
            </a:p>
          </p:txBody>
        </p:sp>
      </p:grpSp>
      <p:sp>
        <p:nvSpPr>
          <p:cNvPr id="19" name="楕円 18">
            <a:extLst>
              <a:ext uri="{FF2B5EF4-FFF2-40B4-BE49-F238E27FC236}">
                <a16:creationId xmlns:a16="http://schemas.microsoft.com/office/drawing/2014/main" id="{68BCB9D0-AC80-5C7C-D9E0-6B1C1B30A655}"/>
              </a:ext>
            </a:extLst>
          </p:cNvPr>
          <p:cNvSpPr/>
          <p:nvPr/>
        </p:nvSpPr>
        <p:spPr>
          <a:xfrm>
            <a:off x="2001520" y="386188"/>
            <a:ext cx="660399" cy="660399"/>
          </a:xfrm>
          <a:prstGeom prst="ellips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>
                <a:solidFill>
                  <a:schemeClr val="bg1">
                    <a:lumMod val="75000"/>
                  </a:schemeClr>
                </a:solidFill>
              </a:rPr>
              <a:t>logo</a:t>
            </a:r>
            <a:endParaRPr kumimoji="1" lang="ja-JP" altLang="en-US" sz="10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6809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69937-DE11-41A4-406C-2F2A2F086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A5161B87-DE3D-D7D9-251C-A476F388620C}"/>
              </a:ext>
            </a:extLst>
          </p:cNvPr>
          <p:cNvSpPr/>
          <p:nvPr/>
        </p:nvSpPr>
        <p:spPr>
          <a:xfrm>
            <a:off x="9730607" y="0"/>
            <a:ext cx="3892731" cy="2917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kumimoji="1" lang="en-US" altLang="ja-JP" sz="1200" dirty="0"/>
              <a:t>【</a:t>
            </a:r>
            <a:r>
              <a:rPr kumimoji="1" lang="ja-JP" altLang="en-US" sz="1200" dirty="0"/>
              <a:t>構成</a:t>
            </a:r>
            <a:r>
              <a:rPr kumimoji="1" lang="en-US" altLang="ja-JP" sz="1200" dirty="0"/>
              <a:t>】</a:t>
            </a:r>
          </a:p>
          <a:p>
            <a:r>
              <a:rPr kumimoji="1" lang="en-US" altLang="ja-JP" sz="1200" dirty="0"/>
              <a:t>top-wrapper</a:t>
            </a:r>
          </a:p>
          <a:p>
            <a:endParaRPr kumimoji="1" lang="en-US" altLang="ja-JP" sz="1200" dirty="0"/>
          </a:p>
          <a:p>
            <a:r>
              <a:rPr kumimoji="1" lang="en-US" altLang="ja-JP" sz="1200" dirty="0"/>
              <a:t>concept-wrapper</a:t>
            </a:r>
          </a:p>
          <a:p>
            <a:endParaRPr kumimoji="1" lang="en-US" altLang="ja-JP" sz="1200" dirty="0"/>
          </a:p>
          <a:p>
            <a:r>
              <a:rPr kumimoji="1" lang="en-US" altLang="ja-JP" sz="1200" dirty="0"/>
              <a:t>staff-wrapper</a:t>
            </a:r>
          </a:p>
          <a:p>
            <a:endParaRPr kumimoji="1" lang="en-US" altLang="ja-JP" sz="1200" dirty="0"/>
          </a:p>
          <a:p>
            <a:r>
              <a:rPr kumimoji="1" lang="en-US" altLang="ja-JP" sz="1200" dirty="0"/>
              <a:t>menu-wrapper</a:t>
            </a:r>
          </a:p>
          <a:p>
            <a:endParaRPr kumimoji="1" lang="en-US" altLang="ja-JP" sz="1200" dirty="0"/>
          </a:p>
          <a:p>
            <a:r>
              <a:rPr kumimoji="1" lang="en-US" altLang="ja-JP" sz="1200" dirty="0"/>
              <a:t>style-wrapper</a:t>
            </a:r>
          </a:p>
          <a:p>
            <a:endParaRPr kumimoji="1" lang="en-US" altLang="ja-JP" sz="1200" dirty="0"/>
          </a:p>
          <a:p>
            <a:r>
              <a:rPr kumimoji="1" lang="en-US" altLang="ja-JP" sz="1200" dirty="0"/>
              <a:t>access-wrapper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F81AEA1-F870-0A66-1C6E-0B7889F8370F}"/>
              </a:ext>
            </a:extLst>
          </p:cNvPr>
          <p:cNvSpPr txBox="1"/>
          <p:nvPr/>
        </p:nvSpPr>
        <p:spPr>
          <a:xfrm>
            <a:off x="246985" y="492672"/>
            <a:ext cx="11582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>
                <a:latin typeface="Corbel" panose="020B0503020204020204" pitchFamily="34" charset="0"/>
              </a:rPr>
              <a:t>STAFF</a:t>
            </a:r>
            <a:endParaRPr kumimoji="1" lang="ja-JP" altLang="en-US" sz="2800" dirty="0">
              <a:latin typeface="Corbel" panose="020B0503020204020204" pitchFamily="34" charset="0"/>
            </a:endParaRPr>
          </a:p>
        </p:txBody>
      </p: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462F7921-120D-1C42-524D-085DF5010C75}"/>
              </a:ext>
            </a:extLst>
          </p:cNvPr>
          <p:cNvGrpSpPr/>
          <p:nvPr/>
        </p:nvGrpSpPr>
        <p:grpSpPr>
          <a:xfrm>
            <a:off x="8249920" y="0"/>
            <a:ext cx="894080" cy="5143500"/>
            <a:chOff x="9387840" y="944880"/>
            <a:chExt cx="894080" cy="5143500"/>
          </a:xfrm>
        </p:grpSpPr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A0BADDA2-9EE4-2EF5-0F01-FF0B985330A3}"/>
                </a:ext>
              </a:extLst>
            </p:cNvPr>
            <p:cNvSpPr/>
            <p:nvPr/>
          </p:nvSpPr>
          <p:spPr>
            <a:xfrm>
              <a:off x="9387840" y="944880"/>
              <a:ext cx="894080" cy="5143500"/>
            </a:xfrm>
            <a:prstGeom prst="rect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DCC4C620-7C8F-4F55-379D-926890FCF808}"/>
                </a:ext>
              </a:extLst>
            </p:cNvPr>
            <p:cNvSpPr txBox="1"/>
            <p:nvPr/>
          </p:nvSpPr>
          <p:spPr>
            <a:xfrm>
              <a:off x="9573270" y="944880"/>
              <a:ext cx="461665" cy="5143500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000" dirty="0">
                  <a:latin typeface="Corbel" panose="020B0503020204020204" pitchFamily="34" charset="0"/>
                </a:rPr>
                <a:t>      CONCEPT      STAFF      MENU      STYLE       ACCESS </a:t>
              </a:r>
              <a:r>
                <a:rPr kumimoji="1" lang="en-US" altLang="ja-JP" sz="1400" dirty="0">
                  <a:latin typeface="Corbel" panose="020B0503020204020204" pitchFamily="34" charset="0"/>
                </a:rPr>
                <a:t>         </a:t>
              </a:r>
              <a:r>
                <a:rPr kumimoji="1" lang="ja-JP" altLang="en-US" sz="1400" dirty="0">
                  <a:latin typeface="Corbel" panose="020B0503020204020204" pitchFamily="34" charset="0"/>
                </a:rPr>
                <a:t>　　　</a:t>
              </a:r>
              <a:r>
                <a:rPr kumimoji="1" lang="en-US" altLang="ja-JP" sz="1400" b="1" dirty="0">
                  <a:latin typeface="Corbel" panose="020B0503020204020204" pitchFamily="34" charset="0"/>
                </a:rPr>
                <a:t> </a:t>
              </a:r>
              <a:r>
                <a:rPr kumimoji="1" lang="ja-JP" altLang="en-US" sz="1600" dirty="0">
                  <a:latin typeface="Corbel" panose="020B0503020204020204" pitchFamily="34" charset="0"/>
                </a:rPr>
                <a:t>✉</a:t>
              </a:r>
              <a:r>
                <a:rPr kumimoji="1" lang="en-US" altLang="ja-JP" sz="1600" b="1" dirty="0">
                  <a:latin typeface="Corbel" panose="020B0503020204020204" pitchFamily="34" charset="0"/>
                </a:rPr>
                <a:t>BOOK </a:t>
              </a:r>
              <a:r>
                <a:rPr kumimoji="1" lang="ja-JP" altLang="en-US" sz="1600" b="1" dirty="0">
                  <a:latin typeface="Corbel" panose="020B0503020204020204" pitchFamily="34" charset="0"/>
                </a:rPr>
                <a:t>  </a:t>
              </a:r>
              <a:r>
                <a:rPr kumimoji="1" lang="ja-JP" altLang="en-US" dirty="0">
                  <a:latin typeface="Corbel" panose="020B0503020204020204" pitchFamily="34" charset="0"/>
                </a:rPr>
                <a:t>〇</a:t>
              </a:r>
              <a:endParaRPr kumimoji="1" lang="en-US" altLang="ja-JP" dirty="0">
                <a:latin typeface="Corbel" panose="020B0503020204020204" pitchFamily="34" charset="0"/>
              </a:endParaRPr>
            </a:p>
          </p:txBody>
        </p:sp>
      </p:grpSp>
      <p:sp>
        <p:nvSpPr>
          <p:cNvPr id="22" name="楕円 21">
            <a:extLst>
              <a:ext uri="{FF2B5EF4-FFF2-40B4-BE49-F238E27FC236}">
                <a16:creationId xmlns:a16="http://schemas.microsoft.com/office/drawing/2014/main" id="{767A0E5D-E889-C850-35BB-453FCBBB071E}"/>
              </a:ext>
            </a:extLst>
          </p:cNvPr>
          <p:cNvSpPr/>
          <p:nvPr/>
        </p:nvSpPr>
        <p:spPr>
          <a:xfrm>
            <a:off x="1405224" y="355493"/>
            <a:ext cx="660399" cy="660399"/>
          </a:xfrm>
          <a:prstGeom prst="ellips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>
                <a:solidFill>
                  <a:schemeClr val="bg1">
                    <a:lumMod val="75000"/>
                  </a:schemeClr>
                </a:solidFill>
              </a:rPr>
              <a:t>logo</a:t>
            </a:r>
            <a:endParaRPr kumimoji="1" lang="ja-JP" altLang="en-US" sz="1000" dirty="0">
              <a:solidFill>
                <a:schemeClr val="bg1">
                  <a:lumMod val="75000"/>
                </a:schemeClr>
              </a:solidFill>
            </a:endParaRPr>
          </a:p>
        </p:txBody>
      </p:sp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BC71F7FD-4C19-1210-063E-EEF5D87B01E6}"/>
              </a:ext>
            </a:extLst>
          </p:cNvPr>
          <p:cNvGrpSpPr/>
          <p:nvPr/>
        </p:nvGrpSpPr>
        <p:grpSpPr>
          <a:xfrm>
            <a:off x="989635" y="1225550"/>
            <a:ext cx="6979057" cy="3371761"/>
            <a:chOff x="989635" y="1225550"/>
            <a:chExt cx="6979057" cy="3371761"/>
          </a:xfrm>
        </p:grpSpPr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A1CB5170-B936-31F0-E8A6-A05DA453C151}"/>
                </a:ext>
              </a:extLst>
            </p:cNvPr>
            <p:cNvSpPr/>
            <p:nvPr/>
          </p:nvSpPr>
          <p:spPr>
            <a:xfrm>
              <a:off x="1530652" y="1225550"/>
              <a:ext cx="2414935" cy="2692400"/>
            </a:xfrm>
            <a:prstGeom prst="rect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kumimoji="1" lang="en-US" altLang="ja-JP" dirty="0">
                <a:solidFill>
                  <a:schemeClr val="tx1"/>
                </a:solidFill>
              </a:endParaRPr>
            </a:p>
          </p:txBody>
        </p:sp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68D4069E-8A04-D102-5584-F04B9D420FBF}"/>
                </a:ext>
              </a:extLst>
            </p:cNvPr>
            <p:cNvSpPr txBox="1"/>
            <p:nvPr/>
          </p:nvSpPr>
          <p:spPr>
            <a:xfrm>
              <a:off x="1405224" y="4043313"/>
              <a:ext cx="266579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600" dirty="0">
                  <a:latin typeface="Corbel" panose="020B0503020204020204" pitchFamily="34" charset="0"/>
                </a:rPr>
                <a:t>KOTA KOBAYASHI</a:t>
              </a:r>
            </a:p>
            <a:p>
              <a:pPr algn="ctr"/>
              <a:r>
                <a:rPr kumimoji="1" lang="en-US" altLang="ja-JP" sz="1400" dirty="0">
                  <a:latin typeface="Corbel" panose="020B0503020204020204" pitchFamily="34" charset="0"/>
                </a:rPr>
                <a:t>Owner / Stylist</a:t>
              </a:r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BD02A76D-C85F-1CC1-5C1E-92CF5A2D4A12}"/>
                </a:ext>
              </a:extLst>
            </p:cNvPr>
            <p:cNvSpPr/>
            <p:nvPr/>
          </p:nvSpPr>
          <p:spPr>
            <a:xfrm>
              <a:off x="4991100" y="1225550"/>
              <a:ext cx="2414935" cy="2692400"/>
            </a:xfrm>
            <a:prstGeom prst="rect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kumimoji="1" lang="en-US" altLang="ja-JP" dirty="0">
                <a:solidFill>
                  <a:schemeClr val="tx1"/>
                </a:solidFill>
              </a:endParaRPr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87A53F88-C3FB-2A8E-5FB3-1B1D262CC39C}"/>
                </a:ext>
              </a:extLst>
            </p:cNvPr>
            <p:cNvSpPr txBox="1"/>
            <p:nvPr/>
          </p:nvSpPr>
          <p:spPr>
            <a:xfrm>
              <a:off x="4865672" y="4043313"/>
              <a:ext cx="266579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600" dirty="0">
                  <a:latin typeface="Corbel" panose="020B0503020204020204" pitchFamily="34" charset="0"/>
                </a:rPr>
                <a:t>AYAKA KOBAYASHI</a:t>
              </a:r>
            </a:p>
            <a:p>
              <a:pPr algn="ctr"/>
              <a:r>
                <a:rPr kumimoji="1" lang="en-US" altLang="ja-JP" sz="1400" dirty="0">
                  <a:latin typeface="Corbel" panose="020B0503020204020204" pitchFamily="34" charset="0"/>
                </a:rPr>
                <a:t>Stylist</a:t>
              </a:r>
            </a:p>
          </p:txBody>
        </p:sp>
        <p:cxnSp>
          <p:nvCxnSpPr>
            <p:cNvPr id="14" name="直線コネクタ 13">
              <a:extLst>
                <a:ext uri="{FF2B5EF4-FFF2-40B4-BE49-F238E27FC236}">
                  <a16:creationId xmlns:a16="http://schemas.microsoft.com/office/drawing/2014/main" id="{BC6E9DD6-4706-6B7C-61C4-1CB8FC4067BB}"/>
                </a:ext>
              </a:extLst>
            </p:cNvPr>
            <p:cNvCxnSpPr>
              <a:cxnSpLocks/>
            </p:cNvCxnSpPr>
            <p:nvPr/>
          </p:nvCxnSpPr>
          <p:spPr>
            <a:xfrm>
              <a:off x="4450080" y="2334675"/>
              <a:ext cx="0" cy="582930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二等辺三角形 22">
              <a:extLst>
                <a:ext uri="{FF2B5EF4-FFF2-40B4-BE49-F238E27FC236}">
                  <a16:creationId xmlns:a16="http://schemas.microsoft.com/office/drawing/2014/main" id="{7B89C42D-DB9C-8CEE-E265-620BED7AB441}"/>
                </a:ext>
              </a:extLst>
            </p:cNvPr>
            <p:cNvSpPr/>
            <p:nvPr/>
          </p:nvSpPr>
          <p:spPr>
            <a:xfrm rot="16200000">
              <a:off x="933119" y="2398394"/>
              <a:ext cx="459741" cy="346710"/>
            </a:xfrm>
            <a:prstGeom prst="triangle">
              <a:avLst/>
            </a:prstGeom>
            <a:solidFill>
              <a:schemeClr val="bg1">
                <a:lumMod val="75000"/>
                <a:alpha val="5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24" name="二等辺三角形 23">
              <a:extLst>
                <a:ext uri="{FF2B5EF4-FFF2-40B4-BE49-F238E27FC236}">
                  <a16:creationId xmlns:a16="http://schemas.microsoft.com/office/drawing/2014/main" id="{2D205418-C1A3-17CA-65CB-47DFE5ADAAAB}"/>
                </a:ext>
              </a:extLst>
            </p:cNvPr>
            <p:cNvSpPr/>
            <p:nvPr/>
          </p:nvSpPr>
          <p:spPr>
            <a:xfrm rot="5400000">
              <a:off x="7565466" y="2398395"/>
              <a:ext cx="459741" cy="346710"/>
            </a:xfrm>
            <a:prstGeom prst="triangle">
              <a:avLst/>
            </a:prstGeom>
            <a:solidFill>
              <a:schemeClr val="bg1">
                <a:lumMod val="75000"/>
                <a:alpha val="5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37394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5A04F-5C32-F8C8-F36E-7E21DE6FA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A7456C50-79C5-F68B-53B5-B78A0AFB88A1}"/>
              </a:ext>
            </a:extLst>
          </p:cNvPr>
          <p:cNvSpPr/>
          <p:nvPr/>
        </p:nvSpPr>
        <p:spPr>
          <a:xfrm>
            <a:off x="9730607" y="0"/>
            <a:ext cx="3892731" cy="2917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kumimoji="1" lang="en-US" altLang="ja-JP" sz="1200" dirty="0"/>
              <a:t>【</a:t>
            </a:r>
            <a:r>
              <a:rPr kumimoji="1" lang="ja-JP" altLang="en-US" sz="1200" dirty="0"/>
              <a:t>構成</a:t>
            </a:r>
            <a:r>
              <a:rPr kumimoji="1" lang="en-US" altLang="ja-JP" sz="1200" dirty="0"/>
              <a:t>】</a:t>
            </a:r>
          </a:p>
          <a:p>
            <a:r>
              <a:rPr kumimoji="1" lang="en-US" altLang="ja-JP" sz="1200" dirty="0"/>
              <a:t>top-wrapper</a:t>
            </a:r>
          </a:p>
          <a:p>
            <a:endParaRPr kumimoji="1" lang="en-US" altLang="ja-JP" sz="1200" dirty="0"/>
          </a:p>
          <a:p>
            <a:r>
              <a:rPr kumimoji="1" lang="en-US" altLang="ja-JP" sz="1200" dirty="0"/>
              <a:t>concept-wrapper</a:t>
            </a:r>
          </a:p>
          <a:p>
            <a:endParaRPr kumimoji="1" lang="en-US" altLang="ja-JP" sz="1200" dirty="0"/>
          </a:p>
          <a:p>
            <a:r>
              <a:rPr kumimoji="1" lang="en-US" altLang="ja-JP" sz="1200" dirty="0"/>
              <a:t>staff-wrapper</a:t>
            </a:r>
          </a:p>
          <a:p>
            <a:endParaRPr kumimoji="1" lang="en-US" altLang="ja-JP" sz="1200" dirty="0"/>
          </a:p>
          <a:p>
            <a:r>
              <a:rPr kumimoji="1" lang="en-US" altLang="ja-JP" sz="1200" dirty="0"/>
              <a:t>menu-wrapper</a:t>
            </a:r>
          </a:p>
          <a:p>
            <a:endParaRPr kumimoji="1" lang="en-US" altLang="ja-JP" sz="1200" dirty="0"/>
          </a:p>
          <a:p>
            <a:r>
              <a:rPr kumimoji="1" lang="en-US" altLang="ja-JP" sz="1200" dirty="0"/>
              <a:t>style-wrapper</a:t>
            </a:r>
          </a:p>
          <a:p>
            <a:endParaRPr kumimoji="1" lang="en-US" altLang="ja-JP" sz="1200" dirty="0"/>
          </a:p>
          <a:p>
            <a:r>
              <a:rPr kumimoji="1" lang="en-US" altLang="ja-JP" sz="1200" dirty="0"/>
              <a:t>access-wrapper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63CD604-DDAB-FA58-1F89-8B1326E53F24}"/>
              </a:ext>
            </a:extLst>
          </p:cNvPr>
          <p:cNvSpPr txBox="1"/>
          <p:nvPr/>
        </p:nvSpPr>
        <p:spPr>
          <a:xfrm>
            <a:off x="246985" y="492672"/>
            <a:ext cx="11582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>
                <a:latin typeface="Corbel" panose="020B0503020204020204" pitchFamily="34" charset="0"/>
              </a:rPr>
              <a:t>STAFF</a:t>
            </a:r>
            <a:endParaRPr kumimoji="1" lang="ja-JP" altLang="en-US" sz="2800" dirty="0">
              <a:latin typeface="Corbel" panose="020B0503020204020204" pitchFamily="34" charset="0"/>
            </a:endParaRPr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5660382E-3C2C-F8C3-1A8B-06A63358506B}"/>
              </a:ext>
            </a:extLst>
          </p:cNvPr>
          <p:cNvGrpSpPr/>
          <p:nvPr/>
        </p:nvGrpSpPr>
        <p:grpSpPr>
          <a:xfrm>
            <a:off x="8249920" y="0"/>
            <a:ext cx="894080" cy="5143500"/>
            <a:chOff x="9387840" y="944880"/>
            <a:chExt cx="894080" cy="5143500"/>
          </a:xfrm>
        </p:grpSpPr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4C44255D-D4C9-F989-5CC4-E5667F478F59}"/>
                </a:ext>
              </a:extLst>
            </p:cNvPr>
            <p:cNvSpPr/>
            <p:nvPr/>
          </p:nvSpPr>
          <p:spPr>
            <a:xfrm>
              <a:off x="9387840" y="944880"/>
              <a:ext cx="894080" cy="5143500"/>
            </a:xfrm>
            <a:prstGeom prst="rect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B18442BA-92AB-A532-78DF-DA7862A8FE83}"/>
                </a:ext>
              </a:extLst>
            </p:cNvPr>
            <p:cNvSpPr txBox="1"/>
            <p:nvPr/>
          </p:nvSpPr>
          <p:spPr>
            <a:xfrm>
              <a:off x="9573270" y="944880"/>
              <a:ext cx="461665" cy="5143500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000" dirty="0">
                  <a:latin typeface="Corbel" panose="020B0503020204020204" pitchFamily="34" charset="0"/>
                </a:rPr>
                <a:t>      CONCEPT      STAFF      MENU      STYLE       ACCESS </a:t>
              </a:r>
              <a:r>
                <a:rPr kumimoji="1" lang="en-US" altLang="ja-JP" sz="1400" dirty="0">
                  <a:latin typeface="Corbel" panose="020B0503020204020204" pitchFamily="34" charset="0"/>
                </a:rPr>
                <a:t>         </a:t>
              </a:r>
              <a:r>
                <a:rPr kumimoji="1" lang="ja-JP" altLang="en-US" sz="1400" dirty="0">
                  <a:latin typeface="Corbel" panose="020B0503020204020204" pitchFamily="34" charset="0"/>
                </a:rPr>
                <a:t>　　　</a:t>
              </a:r>
              <a:r>
                <a:rPr kumimoji="1" lang="en-US" altLang="ja-JP" sz="1400" b="1" dirty="0">
                  <a:latin typeface="Corbel" panose="020B0503020204020204" pitchFamily="34" charset="0"/>
                </a:rPr>
                <a:t> </a:t>
              </a:r>
              <a:r>
                <a:rPr kumimoji="1" lang="ja-JP" altLang="en-US" sz="1600" dirty="0">
                  <a:latin typeface="Corbel" panose="020B0503020204020204" pitchFamily="34" charset="0"/>
                </a:rPr>
                <a:t>✉</a:t>
              </a:r>
              <a:r>
                <a:rPr kumimoji="1" lang="en-US" altLang="ja-JP" sz="1600" b="1" dirty="0">
                  <a:latin typeface="Corbel" panose="020B0503020204020204" pitchFamily="34" charset="0"/>
                </a:rPr>
                <a:t>BOOK </a:t>
              </a:r>
              <a:r>
                <a:rPr kumimoji="1" lang="ja-JP" altLang="en-US" sz="1600" b="1" dirty="0">
                  <a:latin typeface="Corbel" panose="020B0503020204020204" pitchFamily="34" charset="0"/>
                </a:rPr>
                <a:t>  </a:t>
              </a:r>
              <a:r>
                <a:rPr kumimoji="1" lang="ja-JP" altLang="en-US" dirty="0">
                  <a:latin typeface="Corbel" panose="020B0503020204020204" pitchFamily="34" charset="0"/>
                </a:rPr>
                <a:t>〇</a:t>
              </a:r>
              <a:endParaRPr kumimoji="1" lang="en-US" altLang="ja-JP" dirty="0">
                <a:latin typeface="Corbel" panose="020B0503020204020204" pitchFamily="34" charset="0"/>
              </a:endParaRPr>
            </a:p>
          </p:txBody>
        </p:sp>
      </p:grpSp>
      <p:sp>
        <p:nvSpPr>
          <p:cNvPr id="18" name="楕円 17">
            <a:extLst>
              <a:ext uri="{FF2B5EF4-FFF2-40B4-BE49-F238E27FC236}">
                <a16:creationId xmlns:a16="http://schemas.microsoft.com/office/drawing/2014/main" id="{1737A102-DB44-2DBD-D21A-1C08F4A65B3A}"/>
              </a:ext>
            </a:extLst>
          </p:cNvPr>
          <p:cNvSpPr/>
          <p:nvPr/>
        </p:nvSpPr>
        <p:spPr>
          <a:xfrm>
            <a:off x="1405224" y="355493"/>
            <a:ext cx="660399" cy="660399"/>
          </a:xfrm>
          <a:prstGeom prst="ellips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>
                <a:solidFill>
                  <a:schemeClr val="bg1">
                    <a:lumMod val="75000"/>
                  </a:schemeClr>
                </a:solidFill>
              </a:rPr>
              <a:t>logo</a:t>
            </a:r>
            <a:endParaRPr kumimoji="1" lang="ja-JP" altLang="en-US" sz="1000" dirty="0">
              <a:solidFill>
                <a:schemeClr val="bg1">
                  <a:lumMod val="75000"/>
                </a:schemeClr>
              </a:solidFill>
            </a:endParaRPr>
          </a:p>
        </p:txBody>
      </p: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42FBA7F8-D905-4B10-E7A8-72F06AF86AEF}"/>
              </a:ext>
            </a:extLst>
          </p:cNvPr>
          <p:cNvGrpSpPr/>
          <p:nvPr/>
        </p:nvGrpSpPr>
        <p:grpSpPr>
          <a:xfrm>
            <a:off x="989635" y="1225550"/>
            <a:ext cx="6979057" cy="3371761"/>
            <a:chOff x="989635" y="1225550"/>
            <a:chExt cx="6979057" cy="3371761"/>
          </a:xfrm>
        </p:grpSpPr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042886E0-13C4-0EF6-5982-4073CB12AEB3}"/>
                </a:ext>
              </a:extLst>
            </p:cNvPr>
            <p:cNvSpPr/>
            <p:nvPr/>
          </p:nvSpPr>
          <p:spPr>
            <a:xfrm>
              <a:off x="1530652" y="1225550"/>
              <a:ext cx="2414935" cy="2692400"/>
            </a:xfrm>
            <a:prstGeom prst="rect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kumimoji="1" lang="en-US" altLang="ja-JP" dirty="0">
                <a:solidFill>
                  <a:schemeClr val="tx1"/>
                </a:solidFill>
              </a:endParaRPr>
            </a:p>
          </p:txBody>
        </p:sp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2CF52B85-6596-1EF7-212A-0B44985B7DFC}"/>
                </a:ext>
              </a:extLst>
            </p:cNvPr>
            <p:cNvSpPr txBox="1"/>
            <p:nvPr/>
          </p:nvSpPr>
          <p:spPr>
            <a:xfrm>
              <a:off x="1405224" y="4043313"/>
              <a:ext cx="266579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600" dirty="0">
                  <a:latin typeface="Corbel" panose="020B0503020204020204" pitchFamily="34" charset="0"/>
                </a:rPr>
                <a:t>RYO YAMAMOTO</a:t>
              </a:r>
            </a:p>
            <a:p>
              <a:pPr algn="ctr"/>
              <a:r>
                <a:rPr kumimoji="1" lang="en-US" altLang="ja-JP" sz="1400" dirty="0">
                  <a:latin typeface="Corbel" panose="020B0503020204020204" pitchFamily="34" charset="0"/>
                </a:rPr>
                <a:t>Assistant</a:t>
              </a:r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5CBBEB03-C7BA-7864-965F-0ED5B7E427F2}"/>
                </a:ext>
              </a:extLst>
            </p:cNvPr>
            <p:cNvSpPr/>
            <p:nvPr/>
          </p:nvSpPr>
          <p:spPr>
            <a:xfrm>
              <a:off x="4991100" y="1225550"/>
              <a:ext cx="2414935" cy="2692400"/>
            </a:xfrm>
            <a:prstGeom prst="rect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kumimoji="1" lang="ja-JP" altLang="en-US" dirty="0">
                  <a:solidFill>
                    <a:schemeClr val="tx1"/>
                  </a:solidFill>
                </a:rPr>
                <a:t>中型犬</a:t>
              </a:r>
              <a:endParaRPr kumimoji="1" lang="en-US" altLang="ja-JP" dirty="0">
                <a:solidFill>
                  <a:schemeClr val="tx1"/>
                </a:solidFill>
              </a:endParaRPr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7917DAF6-9DE8-592A-1F60-D452293DC165}"/>
                </a:ext>
              </a:extLst>
            </p:cNvPr>
            <p:cNvSpPr txBox="1"/>
            <p:nvPr/>
          </p:nvSpPr>
          <p:spPr>
            <a:xfrm>
              <a:off x="4865672" y="4043313"/>
              <a:ext cx="266579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600" dirty="0">
                  <a:latin typeface="Corbel" panose="020B0503020204020204" pitchFamily="34" charset="0"/>
                </a:rPr>
                <a:t>LENTO</a:t>
              </a:r>
            </a:p>
            <a:p>
              <a:pPr algn="ctr"/>
              <a:r>
                <a:rPr kumimoji="1" lang="en-US" altLang="ja-JP" sz="1400" dirty="0">
                  <a:latin typeface="Corbel" panose="020B0503020204020204" pitchFamily="34" charset="0"/>
                </a:rPr>
                <a:t>Staff</a:t>
              </a:r>
            </a:p>
          </p:txBody>
        </p:sp>
        <p:cxnSp>
          <p:nvCxnSpPr>
            <p:cNvPr id="3" name="直線コネクタ 2">
              <a:extLst>
                <a:ext uri="{FF2B5EF4-FFF2-40B4-BE49-F238E27FC236}">
                  <a16:creationId xmlns:a16="http://schemas.microsoft.com/office/drawing/2014/main" id="{99DFC779-46A8-D159-57C5-4A31D8ADA7B1}"/>
                </a:ext>
              </a:extLst>
            </p:cNvPr>
            <p:cNvCxnSpPr>
              <a:cxnSpLocks/>
            </p:cNvCxnSpPr>
            <p:nvPr/>
          </p:nvCxnSpPr>
          <p:spPr>
            <a:xfrm>
              <a:off x="4450080" y="2334675"/>
              <a:ext cx="0" cy="582930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二等辺三角形 19">
              <a:extLst>
                <a:ext uri="{FF2B5EF4-FFF2-40B4-BE49-F238E27FC236}">
                  <a16:creationId xmlns:a16="http://schemas.microsoft.com/office/drawing/2014/main" id="{436B49EE-FC6A-EEB3-C0BF-9AD38256D7AA}"/>
                </a:ext>
              </a:extLst>
            </p:cNvPr>
            <p:cNvSpPr/>
            <p:nvPr/>
          </p:nvSpPr>
          <p:spPr>
            <a:xfrm rot="16200000">
              <a:off x="933119" y="2398394"/>
              <a:ext cx="459741" cy="346710"/>
            </a:xfrm>
            <a:prstGeom prst="triangle">
              <a:avLst/>
            </a:prstGeom>
            <a:solidFill>
              <a:schemeClr val="bg1">
                <a:lumMod val="75000"/>
                <a:alpha val="5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22" name="二等辺三角形 21">
              <a:extLst>
                <a:ext uri="{FF2B5EF4-FFF2-40B4-BE49-F238E27FC236}">
                  <a16:creationId xmlns:a16="http://schemas.microsoft.com/office/drawing/2014/main" id="{440BCFDA-F741-4491-6139-097DAED37A61}"/>
                </a:ext>
              </a:extLst>
            </p:cNvPr>
            <p:cNvSpPr/>
            <p:nvPr/>
          </p:nvSpPr>
          <p:spPr>
            <a:xfrm rot="5400000">
              <a:off x="7565466" y="2398395"/>
              <a:ext cx="459741" cy="346710"/>
            </a:xfrm>
            <a:prstGeom prst="triangle">
              <a:avLst/>
            </a:prstGeom>
            <a:solidFill>
              <a:schemeClr val="bg1">
                <a:lumMod val="75000"/>
                <a:alpha val="5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5372452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03CFD-E54D-7639-6483-90474E543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8D55081-34CE-A5E2-22F2-2CC0A32EE7A8}"/>
              </a:ext>
            </a:extLst>
          </p:cNvPr>
          <p:cNvSpPr/>
          <p:nvPr/>
        </p:nvSpPr>
        <p:spPr>
          <a:xfrm>
            <a:off x="9730607" y="0"/>
            <a:ext cx="3892731" cy="2917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kumimoji="1" lang="en-US" altLang="ja-JP" sz="1200" dirty="0"/>
              <a:t>【</a:t>
            </a:r>
            <a:r>
              <a:rPr kumimoji="1" lang="ja-JP" altLang="en-US" sz="1200" dirty="0"/>
              <a:t>構成</a:t>
            </a:r>
            <a:r>
              <a:rPr kumimoji="1" lang="en-US" altLang="ja-JP" sz="1200" dirty="0"/>
              <a:t>】</a:t>
            </a:r>
          </a:p>
          <a:p>
            <a:r>
              <a:rPr kumimoji="1" lang="en-US" altLang="ja-JP" sz="1200" dirty="0"/>
              <a:t>top-wrapper</a:t>
            </a:r>
          </a:p>
          <a:p>
            <a:endParaRPr kumimoji="1" lang="en-US" altLang="ja-JP" sz="1200" dirty="0"/>
          </a:p>
          <a:p>
            <a:r>
              <a:rPr kumimoji="1" lang="en-US" altLang="ja-JP" sz="1200" dirty="0"/>
              <a:t>concept-wrapper</a:t>
            </a:r>
          </a:p>
          <a:p>
            <a:endParaRPr kumimoji="1" lang="en-US" altLang="ja-JP" sz="1200" dirty="0"/>
          </a:p>
          <a:p>
            <a:r>
              <a:rPr kumimoji="1" lang="en-US" altLang="ja-JP" sz="1200" dirty="0"/>
              <a:t>staff-wrapper</a:t>
            </a:r>
          </a:p>
          <a:p>
            <a:endParaRPr kumimoji="1" lang="en-US" altLang="ja-JP" sz="1200" dirty="0"/>
          </a:p>
          <a:p>
            <a:r>
              <a:rPr kumimoji="1" lang="en-US" altLang="ja-JP" sz="1200" dirty="0"/>
              <a:t>menu-wrapper</a:t>
            </a:r>
          </a:p>
          <a:p>
            <a:endParaRPr kumimoji="1" lang="en-US" altLang="ja-JP" sz="1200" dirty="0"/>
          </a:p>
          <a:p>
            <a:r>
              <a:rPr kumimoji="1" lang="en-US" altLang="ja-JP" sz="1200" dirty="0"/>
              <a:t>style-wrapper</a:t>
            </a:r>
          </a:p>
          <a:p>
            <a:endParaRPr kumimoji="1" lang="en-US" altLang="ja-JP" sz="1200" dirty="0"/>
          </a:p>
          <a:p>
            <a:r>
              <a:rPr kumimoji="1" lang="en-US" altLang="ja-JP" sz="1200" dirty="0"/>
              <a:t>access-wrapper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16C38FB-91D2-DF0B-937B-59C683977A07}"/>
              </a:ext>
            </a:extLst>
          </p:cNvPr>
          <p:cNvSpPr txBox="1"/>
          <p:nvPr/>
        </p:nvSpPr>
        <p:spPr>
          <a:xfrm>
            <a:off x="246986" y="492672"/>
            <a:ext cx="11950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>
                <a:latin typeface="Corbel" panose="020B0503020204020204" pitchFamily="34" charset="0"/>
              </a:rPr>
              <a:t>MENU</a:t>
            </a:r>
            <a:endParaRPr kumimoji="1" lang="ja-JP" altLang="en-US" sz="2800" dirty="0">
              <a:latin typeface="Corbel" panose="020B0503020204020204" pitchFamily="34" charset="0"/>
            </a:endParaRPr>
          </a:p>
        </p:txBody>
      </p: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E03D6D66-B5D9-2DDF-938F-3B847AC471FC}"/>
              </a:ext>
            </a:extLst>
          </p:cNvPr>
          <p:cNvGrpSpPr/>
          <p:nvPr/>
        </p:nvGrpSpPr>
        <p:grpSpPr>
          <a:xfrm>
            <a:off x="8249920" y="0"/>
            <a:ext cx="894080" cy="5143500"/>
            <a:chOff x="9387840" y="944880"/>
            <a:chExt cx="894080" cy="5143500"/>
          </a:xfrm>
        </p:grpSpPr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id="{EE104BF4-C018-CE98-6627-5317FB8B4D75}"/>
                </a:ext>
              </a:extLst>
            </p:cNvPr>
            <p:cNvSpPr/>
            <p:nvPr/>
          </p:nvSpPr>
          <p:spPr>
            <a:xfrm>
              <a:off x="9387840" y="944880"/>
              <a:ext cx="894080" cy="5143500"/>
            </a:xfrm>
            <a:prstGeom prst="rect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3D62BDEA-67F9-9C9D-C787-7C20C2F0144F}"/>
                </a:ext>
              </a:extLst>
            </p:cNvPr>
            <p:cNvSpPr txBox="1"/>
            <p:nvPr/>
          </p:nvSpPr>
          <p:spPr>
            <a:xfrm>
              <a:off x="9573270" y="944880"/>
              <a:ext cx="461665" cy="5143500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000" dirty="0">
                  <a:latin typeface="Corbel" panose="020B0503020204020204" pitchFamily="34" charset="0"/>
                </a:rPr>
                <a:t>      CONCEPT      STAFF      MENU      STYLE       ACCESS </a:t>
              </a:r>
              <a:r>
                <a:rPr kumimoji="1" lang="en-US" altLang="ja-JP" sz="1400" dirty="0">
                  <a:latin typeface="Corbel" panose="020B0503020204020204" pitchFamily="34" charset="0"/>
                </a:rPr>
                <a:t>         </a:t>
              </a:r>
              <a:r>
                <a:rPr kumimoji="1" lang="ja-JP" altLang="en-US" sz="1400" dirty="0">
                  <a:latin typeface="Corbel" panose="020B0503020204020204" pitchFamily="34" charset="0"/>
                </a:rPr>
                <a:t>　　　</a:t>
              </a:r>
              <a:r>
                <a:rPr kumimoji="1" lang="en-US" altLang="ja-JP" sz="1400" b="1" dirty="0">
                  <a:latin typeface="Corbel" panose="020B0503020204020204" pitchFamily="34" charset="0"/>
                </a:rPr>
                <a:t> </a:t>
              </a:r>
              <a:r>
                <a:rPr kumimoji="1" lang="ja-JP" altLang="en-US" sz="1600" dirty="0">
                  <a:latin typeface="Corbel" panose="020B0503020204020204" pitchFamily="34" charset="0"/>
                </a:rPr>
                <a:t>✉</a:t>
              </a:r>
              <a:r>
                <a:rPr kumimoji="1" lang="en-US" altLang="ja-JP" sz="1600" b="1" dirty="0">
                  <a:latin typeface="Corbel" panose="020B0503020204020204" pitchFamily="34" charset="0"/>
                </a:rPr>
                <a:t>BOOK </a:t>
              </a:r>
              <a:r>
                <a:rPr kumimoji="1" lang="ja-JP" altLang="en-US" sz="1600" b="1" dirty="0">
                  <a:latin typeface="Corbel" panose="020B0503020204020204" pitchFamily="34" charset="0"/>
                </a:rPr>
                <a:t>  </a:t>
              </a:r>
              <a:r>
                <a:rPr kumimoji="1" lang="ja-JP" altLang="en-US" dirty="0">
                  <a:latin typeface="Corbel" panose="020B0503020204020204" pitchFamily="34" charset="0"/>
                </a:rPr>
                <a:t>〇</a:t>
              </a:r>
              <a:endParaRPr kumimoji="1" lang="en-US" altLang="ja-JP" dirty="0">
                <a:latin typeface="Corbel" panose="020B0503020204020204" pitchFamily="34" charset="0"/>
              </a:endParaRPr>
            </a:p>
          </p:txBody>
        </p:sp>
      </p:grpSp>
      <p:grpSp>
        <p:nvGrpSpPr>
          <p:cNvPr id="32" name="グループ化 31">
            <a:extLst>
              <a:ext uri="{FF2B5EF4-FFF2-40B4-BE49-F238E27FC236}">
                <a16:creationId xmlns:a16="http://schemas.microsoft.com/office/drawing/2014/main" id="{2E88A28A-FCD1-D690-F194-C6DB1E535DE5}"/>
              </a:ext>
            </a:extLst>
          </p:cNvPr>
          <p:cNvGrpSpPr/>
          <p:nvPr/>
        </p:nvGrpSpPr>
        <p:grpSpPr>
          <a:xfrm>
            <a:off x="1735314" y="793947"/>
            <a:ext cx="6407815" cy="3539430"/>
            <a:chOff x="1595120" y="793947"/>
            <a:chExt cx="6407815" cy="3539430"/>
          </a:xfrm>
        </p:grpSpPr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1CD3612F-9982-3E11-E2BB-A63A4A37D4A0}"/>
                </a:ext>
              </a:extLst>
            </p:cNvPr>
            <p:cNvSpPr txBox="1"/>
            <p:nvPr/>
          </p:nvSpPr>
          <p:spPr>
            <a:xfrm>
              <a:off x="2028618" y="793947"/>
              <a:ext cx="2143761" cy="35394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000" dirty="0">
                  <a:latin typeface="Corbel" panose="020B0503020204020204" pitchFamily="34" charset="0"/>
                </a:rPr>
                <a:t>CUT</a:t>
              </a:r>
            </a:p>
            <a:p>
              <a:endParaRPr kumimoji="1" lang="en-US" altLang="ja-JP" sz="800" dirty="0">
                <a:latin typeface="Corbel" panose="020B0503020204020204" pitchFamily="34" charset="0"/>
              </a:endParaRPr>
            </a:p>
            <a:p>
              <a:r>
                <a:rPr kumimoji="1" lang="en-US" altLang="ja-JP" dirty="0">
                  <a:latin typeface="Corbel Light" panose="020B0303020204020204" pitchFamily="34" charset="0"/>
                </a:rPr>
                <a:t>Cut</a:t>
              </a:r>
              <a:r>
                <a:rPr kumimoji="1" lang="ja-JP" altLang="en-US" dirty="0">
                  <a:latin typeface="Corbel Light" panose="020B0303020204020204" pitchFamily="34" charset="0"/>
                </a:rPr>
                <a:t>　</a:t>
              </a:r>
              <a:r>
                <a:rPr kumimoji="1" lang="en-US" altLang="ja-JP" dirty="0">
                  <a:latin typeface="Corbel Light" panose="020B0303020204020204" pitchFamily="34" charset="0"/>
                </a:rPr>
                <a:t>\5,000</a:t>
              </a:r>
            </a:p>
            <a:p>
              <a:r>
                <a:rPr kumimoji="1" lang="en-US" altLang="ja-JP" dirty="0">
                  <a:latin typeface="Corbel Light" panose="020B0303020204020204" pitchFamily="34" charset="0"/>
                </a:rPr>
                <a:t>Kids</a:t>
              </a:r>
              <a:r>
                <a:rPr kumimoji="1" lang="ja-JP" altLang="en-US" dirty="0">
                  <a:latin typeface="Corbel Light" panose="020B0303020204020204" pitchFamily="34" charset="0"/>
                </a:rPr>
                <a:t> </a:t>
              </a:r>
              <a:r>
                <a:rPr kumimoji="1" lang="en-US" altLang="ja-JP" dirty="0">
                  <a:latin typeface="Corbel Light" panose="020B0303020204020204" pitchFamily="34" charset="0"/>
                </a:rPr>
                <a:t>cut</a:t>
              </a:r>
              <a:r>
                <a:rPr kumimoji="1" lang="ja-JP" altLang="en-US" dirty="0">
                  <a:latin typeface="Corbel Light" panose="020B0303020204020204" pitchFamily="34" charset="0"/>
                </a:rPr>
                <a:t>　</a:t>
              </a:r>
              <a:r>
                <a:rPr kumimoji="1" lang="en-US" altLang="ja-JP" dirty="0">
                  <a:latin typeface="Corbel Light" panose="020B0303020204020204" pitchFamily="34" charset="0"/>
                </a:rPr>
                <a:t>\3,000</a:t>
              </a:r>
            </a:p>
            <a:p>
              <a:endParaRPr kumimoji="1" lang="en-US" altLang="ja-JP" sz="1400" dirty="0">
                <a:latin typeface="Corbel" panose="020B0503020204020204" pitchFamily="34" charset="0"/>
              </a:endParaRPr>
            </a:p>
            <a:p>
              <a:r>
                <a:rPr kumimoji="1" lang="en-US" altLang="ja-JP" sz="2000" dirty="0">
                  <a:latin typeface="Corbel" panose="020B0503020204020204" pitchFamily="34" charset="0"/>
                </a:rPr>
                <a:t>PERM</a:t>
              </a:r>
            </a:p>
            <a:p>
              <a:endParaRPr kumimoji="1" lang="en-US" altLang="ja-JP" sz="800" dirty="0">
                <a:latin typeface="Corbel" panose="020B0503020204020204" pitchFamily="34" charset="0"/>
              </a:endParaRPr>
            </a:p>
            <a:p>
              <a:r>
                <a:rPr kumimoji="1" lang="en-US" altLang="ja-JP" dirty="0">
                  <a:latin typeface="Corbel Light" panose="020B0303020204020204" pitchFamily="34" charset="0"/>
                </a:rPr>
                <a:t>Natural   \6,000~</a:t>
              </a:r>
            </a:p>
            <a:p>
              <a:r>
                <a:rPr kumimoji="1" lang="en-US" altLang="ja-JP" dirty="0">
                  <a:latin typeface="Corbel Light" panose="020B0303020204020204" pitchFamily="34" charset="0"/>
                </a:rPr>
                <a:t>Hard   \10,000~</a:t>
              </a:r>
            </a:p>
            <a:p>
              <a:r>
                <a:rPr kumimoji="1" lang="en-US" altLang="ja-JP" dirty="0">
                  <a:latin typeface="Corbel Light" panose="020B0303020204020204" pitchFamily="34" charset="0"/>
                </a:rPr>
                <a:t>Point   \3,000~</a:t>
              </a:r>
            </a:p>
            <a:p>
              <a:endParaRPr kumimoji="1" lang="en-US" altLang="ja-JP" dirty="0">
                <a:latin typeface="Corbel" panose="020B0503020204020204" pitchFamily="34" charset="0"/>
              </a:endParaRPr>
            </a:p>
            <a:p>
              <a:r>
                <a:rPr kumimoji="1" lang="en-US" altLang="ja-JP" sz="2000" dirty="0">
                  <a:latin typeface="Corbel" panose="020B0503020204020204" pitchFamily="34" charset="0"/>
                </a:rPr>
                <a:t>TREATMENT</a:t>
              </a:r>
            </a:p>
            <a:p>
              <a:endParaRPr kumimoji="1" lang="en-US" altLang="ja-JP" sz="800" dirty="0">
                <a:latin typeface="Corbel Light" panose="020B0303020204020204" pitchFamily="34" charset="0"/>
              </a:endParaRPr>
            </a:p>
            <a:p>
              <a:r>
                <a:rPr kumimoji="1" lang="en-US" altLang="ja-JP" dirty="0">
                  <a:latin typeface="Corbel Light" panose="020B0303020204020204" pitchFamily="34" charset="0"/>
                </a:rPr>
                <a:t>Head spa   \3,000~</a:t>
              </a:r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7E06FA7C-C85F-66A5-5551-4B53372E012A}"/>
                </a:ext>
              </a:extLst>
            </p:cNvPr>
            <p:cNvSpPr txBox="1"/>
            <p:nvPr/>
          </p:nvSpPr>
          <p:spPr>
            <a:xfrm>
              <a:off x="4670219" y="793947"/>
              <a:ext cx="3332716" cy="22775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000" dirty="0">
                  <a:latin typeface="Corbel" panose="020B0503020204020204" pitchFamily="34" charset="0"/>
                </a:rPr>
                <a:t>COLOR</a:t>
              </a:r>
            </a:p>
            <a:p>
              <a:endParaRPr kumimoji="1" lang="en-US" altLang="ja-JP" sz="800" dirty="0">
                <a:latin typeface="Corbel" panose="020B0503020204020204" pitchFamily="34" charset="0"/>
              </a:endParaRPr>
            </a:p>
            <a:p>
              <a:r>
                <a:rPr kumimoji="1" lang="en-US" altLang="ja-JP" dirty="0">
                  <a:latin typeface="Corbel Light" panose="020B0303020204020204" pitchFamily="34" charset="0"/>
                </a:rPr>
                <a:t>Touch up</a:t>
              </a:r>
              <a:r>
                <a:rPr kumimoji="1" lang="ja-JP" altLang="en-US" dirty="0">
                  <a:latin typeface="Corbel Light" panose="020B0303020204020204" pitchFamily="34" charset="0"/>
                </a:rPr>
                <a:t>　</a:t>
              </a:r>
              <a:r>
                <a:rPr kumimoji="1" lang="en-US" altLang="ja-JP" dirty="0">
                  <a:latin typeface="Corbel Light" panose="020B0303020204020204" pitchFamily="34" charset="0"/>
                </a:rPr>
                <a:t>\5,000</a:t>
              </a:r>
            </a:p>
            <a:p>
              <a:r>
                <a:rPr kumimoji="1" lang="en-US" altLang="ja-JP" dirty="0">
                  <a:latin typeface="Corbel Light" panose="020B0303020204020204" pitchFamily="34" charset="0"/>
                </a:rPr>
                <a:t>Single process</a:t>
              </a:r>
              <a:r>
                <a:rPr kumimoji="1" lang="ja-JP" altLang="en-US" dirty="0">
                  <a:latin typeface="Corbel Light" panose="020B0303020204020204" pitchFamily="34" charset="0"/>
                </a:rPr>
                <a:t>     </a:t>
              </a:r>
              <a:r>
                <a:rPr kumimoji="1" lang="en-US" altLang="ja-JP" dirty="0">
                  <a:latin typeface="Corbel Light" panose="020B0303020204020204" pitchFamily="34" charset="0"/>
                </a:rPr>
                <a:t>\5,500~</a:t>
              </a:r>
              <a:r>
                <a:rPr kumimoji="1" lang="ja-JP" altLang="en-US" dirty="0">
                  <a:latin typeface="Corbel Light" panose="020B0303020204020204" pitchFamily="34" charset="0"/>
                </a:rPr>
                <a:t>    </a:t>
              </a:r>
              <a:endParaRPr kumimoji="1" lang="en-US" altLang="ja-JP" dirty="0">
                <a:latin typeface="Corbel Light" panose="020B0303020204020204" pitchFamily="34" charset="0"/>
              </a:endParaRPr>
            </a:p>
            <a:p>
              <a:r>
                <a:rPr kumimoji="1" lang="en-US" altLang="ja-JP" sz="2000" dirty="0">
                  <a:latin typeface="Corbel Light" panose="020B0303020204020204" pitchFamily="34" charset="0"/>
                </a:rPr>
                <a:t>Double</a:t>
              </a:r>
              <a:r>
                <a:rPr kumimoji="1" lang="ja-JP" altLang="en-US" sz="2000" dirty="0">
                  <a:latin typeface="Corbel Light" panose="020B0303020204020204" pitchFamily="34" charset="0"/>
                </a:rPr>
                <a:t> </a:t>
              </a:r>
              <a:r>
                <a:rPr kumimoji="1" lang="en-US" altLang="ja-JP" sz="2000" dirty="0">
                  <a:latin typeface="Corbel Light" panose="020B0303020204020204" pitchFamily="34" charset="0"/>
                </a:rPr>
                <a:t>process   </a:t>
              </a:r>
              <a:r>
                <a:rPr kumimoji="1" lang="en-US" altLang="ja-JP" dirty="0">
                  <a:latin typeface="Corbel Light" panose="020B0303020204020204" pitchFamily="34" charset="0"/>
                </a:rPr>
                <a:t>\11,000</a:t>
              </a:r>
            </a:p>
            <a:p>
              <a:r>
                <a:rPr kumimoji="1" lang="en-US" altLang="ja-JP" sz="2000" dirty="0">
                  <a:latin typeface="Corbel Light" panose="020B0303020204020204" pitchFamily="34" charset="0"/>
                </a:rPr>
                <a:t>High</a:t>
              </a:r>
              <a:r>
                <a:rPr kumimoji="1" lang="ja-JP" altLang="en-US" sz="2000" dirty="0">
                  <a:latin typeface="Corbel Light" panose="020B0303020204020204" pitchFamily="34" charset="0"/>
                </a:rPr>
                <a:t> </a:t>
              </a:r>
              <a:r>
                <a:rPr kumimoji="1" lang="en-US" altLang="ja-JP" sz="2000" dirty="0">
                  <a:latin typeface="Corbel Light" panose="020B0303020204020204" pitchFamily="34" charset="0"/>
                </a:rPr>
                <a:t>light</a:t>
              </a:r>
              <a:r>
                <a:rPr kumimoji="1" lang="ja-JP" altLang="en-US" sz="2000" dirty="0">
                  <a:latin typeface="Corbel Light" panose="020B0303020204020204" pitchFamily="34" charset="0"/>
                </a:rPr>
                <a:t> </a:t>
              </a:r>
              <a:r>
                <a:rPr kumimoji="1" lang="en-US" altLang="ja-JP" sz="2000" dirty="0">
                  <a:latin typeface="Corbel Light" panose="020B0303020204020204" pitchFamily="34" charset="0"/>
                </a:rPr>
                <a:t>or Low</a:t>
              </a:r>
              <a:r>
                <a:rPr kumimoji="1" lang="ja-JP" altLang="en-US" sz="2000" dirty="0">
                  <a:latin typeface="Corbel Light" panose="020B0303020204020204" pitchFamily="34" charset="0"/>
                </a:rPr>
                <a:t> </a:t>
              </a:r>
              <a:r>
                <a:rPr kumimoji="1" lang="en-US" altLang="ja-JP" dirty="0">
                  <a:latin typeface="Corbel Light" panose="020B0303020204020204" pitchFamily="34" charset="0"/>
                </a:rPr>
                <a:t>light</a:t>
              </a:r>
            </a:p>
            <a:p>
              <a:r>
                <a:rPr kumimoji="1" lang="en-US" altLang="ja-JP" dirty="0">
                  <a:latin typeface="Corbel Light" panose="020B0303020204020204" pitchFamily="34" charset="0"/>
                </a:rPr>
                <a:t>half : \6,000</a:t>
              </a:r>
            </a:p>
            <a:p>
              <a:r>
                <a:rPr kumimoji="1" lang="en-US" altLang="ja-JP" dirty="0">
                  <a:latin typeface="Corbel Light" panose="020B0303020204020204" pitchFamily="34" charset="0"/>
                </a:rPr>
                <a:t>full : \9,000</a:t>
              </a:r>
            </a:p>
          </p:txBody>
        </p:sp>
        <p:cxnSp>
          <p:nvCxnSpPr>
            <p:cNvPr id="20" name="直線コネクタ 19">
              <a:extLst>
                <a:ext uri="{FF2B5EF4-FFF2-40B4-BE49-F238E27FC236}">
                  <a16:creationId xmlns:a16="http://schemas.microsoft.com/office/drawing/2014/main" id="{13547D3C-197F-AC90-9CF5-B29F83DF7798}"/>
                </a:ext>
              </a:extLst>
            </p:cNvPr>
            <p:cNvCxnSpPr>
              <a:cxnSpLocks/>
            </p:cNvCxnSpPr>
            <p:nvPr/>
          </p:nvCxnSpPr>
          <p:spPr>
            <a:xfrm>
              <a:off x="7559040" y="1834307"/>
              <a:ext cx="0" cy="1474885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直線コネクタ 22">
              <a:extLst>
                <a:ext uri="{FF2B5EF4-FFF2-40B4-BE49-F238E27FC236}">
                  <a16:creationId xmlns:a16="http://schemas.microsoft.com/office/drawing/2014/main" id="{9AD9B78C-803B-BB67-3D16-5DA7DF27B27D}"/>
                </a:ext>
              </a:extLst>
            </p:cNvPr>
            <p:cNvCxnSpPr>
              <a:cxnSpLocks/>
            </p:cNvCxnSpPr>
            <p:nvPr/>
          </p:nvCxnSpPr>
          <p:spPr>
            <a:xfrm>
              <a:off x="1595120" y="1737360"/>
              <a:ext cx="0" cy="1474885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直線コネクタ 28">
              <a:extLst>
                <a:ext uri="{FF2B5EF4-FFF2-40B4-BE49-F238E27FC236}">
                  <a16:creationId xmlns:a16="http://schemas.microsoft.com/office/drawing/2014/main" id="{D5BAA351-D837-3B3D-81F4-9C4DEA04E71B}"/>
                </a:ext>
              </a:extLst>
            </p:cNvPr>
            <p:cNvCxnSpPr>
              <a:cxnSpLocks/>
            </p:cNvCxnSpPr>
            <p:nvPr/>
          </p:nvCxnSpPr>
          <p:spPr>
            <a:xfrm>
              <a:off x="4307840" y="2280285"/>
              <a:ext cx="0" cy="582930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1" name="楕円 30">
            <a:extLst>
              <a:ext uri="{FF2B5EF4-FFF2-40B4-BE49-F238E27FC236}">
                <a16:creationId xmlns:a16="http://schemas.microsoft.com/office/drawing/2014/main" id="{872F59DF-CE4E-026E-0045-237284FED44F}"/>
              </a:ext>
            </a:extLst>
          </p:cNvPr>
          <p:cNvSpPr/>
          <p:nvPr/>
        </p:nvSpPr>
        <p:spPr>
          <a:xfrm>
            <a:off x="1405115" y="355493"/>
            <a:ext cx="660399" cy="660399"/>
          </a:xfrm>
          <a:prstGeom prst="ellips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>
                <a:solidFill>
                  <a:schemeClr val="bg1">
                    <a:lumMod val="75000"/>
                  </a:schemeClr>
                </a:solidFill>
              </a:rPr>
              <a:t>logo</a:t>
            </a:r>
            <a:endParaRPr kumimoji="1" lang="ja-JP" altLang="en-US" sz="10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51494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C8B58-86A2-F2FD-6018-4A1EEB976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738A3D1-B657-E8B2-822E-B017517AA53B}"/>
              </a:ext>
            </a:extLst>
          </p:cNvPr>
          <p:cNvSpPr/>
          <p:nvPr/>
        </p:nvSpPr>
        <p:spPr>
          <a:xfrm>
            <a:off x="9730607" y="0"/>
            <a:ext cx="3892731" cy="2917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kumimoji="1" lang="en-US" altLang="ja-JP" sz="1200" dirty="0"/>
              <a:t>【</a:t>
            </a:r>
            <a:r>
              <a:rPr kumimoji="1" lang="ja-JP" altLang="en-US" sz="1200" dirty="0"/>
              <a:t>構成</a:t>
            </a:r>
            <a:r>
              <a:rPr kumimoji="1" lang="en-US" altLang="ja-JP" sz="1200" dirty="0"/>
              <a:t>】</a:t>
            </a:r>
          </a:p>
          <a:p>
            <a:r>
              <a:rPr kumimoji="1" lang="en-US" altLang="ja-JP" sz="1200" dirty="0"/>
              <a:t>top-wrapper</a:t>
            </a:r>
          </a:p>
          <a:p>
            <a:endParaRPr kumimoji="1" lang="en-US" altLang="ja-JP" sz="1200" dirty="0"/>
          </a:p>
          <a:p>
            <a:r>
              <a:rPr kumimoji="1" lang="en-US" altLang="ja-JP" sz="1200" dirty="0"/>
              <a:t>concept-wrapper</a:t>
            </a:r>
          </a:p>
          <a:p>
            <a:endParaRPr kumimoji="1" lang="en-US" altLang="ja-JP" sz="1200" dirty="0"/>
          </a:p>
          <a:p>
            <a:r>
              <a:rPr kumimoji="1" lang="en-US" altLang="ja-JP" sz="1200" dirty="0"/>
              <a:t>staff-wrapper</a:t>
            </a:r>
          </a:p>
          <a:p>
            <a:endParaRPr kumimoji="1" lang="en-US" altLang="ja-JP" sz="1200" dirty="0"/>
          </a:p>
          <a:p>
            <a:r>
              <a:rPr kumimoji="1" lang="en-US" altLang="ja-JP" sz="1200" dirty="0"/>
              <a:t>menu-wrapper</a:t>
            </a:r>
          </a:p>
          <a:p>
            <a:endParaRPr kumimoji="1" lang="en-US" altLang="ja-JP" sz="1200" dirty="0"/>
          </a:p>
          <a:p>
            <a:r>
              <a:rPr kumimoji="1" lang="en-US" altLang="ja-JP" sz="1200" dirty="0"/>
              <a:t>style-wrapper</a:t>
            </a:r>
          </a:p>
          <a:p>
            <a:endParaRPr kumimoji="1" lang="en-US" altLang="ja-JP" sz="1200" dirty="0"/>
          </a:p>
          <a:p>
            <a:r>
              <a:rPr kumimoji="1" lang="en-US" altLang="ja-JP" sz="1200" dirty="0"/>
              <a:t>access-wrapper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A679D02-4AE8-1F07-4846-E1BB8F6130C1}"/>
              </a:ext>
            </a:extLst>
          </p:cNvPr>
          <p:cNvSpPr txBox="1"/>
          <p:nvPr/>
        </p:nvSpPr>
        <p:spPr>
          <a:xfrm>
            <a:off x="246985" y="492672"/>
            <a:ext cx="11754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>
                <a:latin typeface="Corbel" panose="020B0503020204020204" pitchFamily="34" charset="0"/>
              </a:rPr>
              <a:t>STYLE</a:t>
            </a:r>
            <a:endParaRPr kumimoji="1" lang="ja-JP" altLang="en-US" sz="2800" dirty="0">
              <a:latin typeface="Corbel" panose="020B0503020204020204" pitchFamily="34" charset="0"/>
            </a:endParaRPr>
          </a:p>
        </p:txBody>
      </p:sp>
      <p:grpSp>
        <p:nvGrpSpPr>
          <p:cNvPr id="32" name="グループ化 31">
            <a:extLst>
              <a:ext uri="{FF2B5EF4-FFF2-40B4-BE49-F238E27FC236}">
                <a16:creationId xmlns:a16="http://schemas.microsoft.com/office/drawing/2014/main" id="{0DD2CB2E-29F0-A817-8949-55D30BF03B0F}"/>
              </a:ext>
            </a:extLst>
          </p:cNvPr>
          <p:cNvGrpSpPr/>
          <p:nvPr/>
        </p:nvGrpSpPr>
        <p:grpSpPr>
          <a:xfrm>
            <a:off x="799019" y="1327096"/>
            <a:ext cx="7057212" cy="2489308"/>
            <a:chOff x="1523152" y="880056"/>
            <a:chExt cx="6433465" cy="2137464"/>
          </a:xfrm>
        </p:grpSpPr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50B07540-1F89-FEC0-7C11-C4A33DE30C11}"/>
                </a:ext>
              </a:extLst>
            </p:cNvPr>
            <p:cNvSpPr/>
            <p:nvPr/>
          </p:nvSpPr>
          <p:spPr>
            <a:xfrm>
              <a:off x="1523152" y="880056"/>
              <a:ext cx="1475824" cy="2137464"/>
            </a:xfrm>
            <a:prstGeom prst="rect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kumimoji="1" lang="en-US" altLang="ja-JP" dirty="0">
                <a:solidFill>
                  <a:schemeClr val="tx1"/>
                </a:solidFill>
              </a:endParaRPr>
            </a:p>
          </p:txBody>
        </p:sp>
        <p:sp>
          <p:nvSpPr>
            <p:cNvPr id="27" name="正方形/長方形 26">
              <a:extLst>
                <a:ext uri="{FF2B5EF4-FFF2-40B4-BE49-F238E27FC236}">
                  <a16:creationId xmlns:a16="http://schemas.microsoft.com/office/drawing/2014/main" id="{22B3C5B3-556D-77BB-B22B-4B68BE07F69E}"/>
                </a:ext>
              </a:extLst>
            </p:cNvPr>
            <p:cNvSpPr/>
            <p:nvPr/>
          </p:nvSpPr>
          <p:spPr>
            <a:xfrm>
              <a:off x="3175699" y="880056"/>
              <a:ext cx="1475824" cy="2137464"/>
            </a:xfrm>
            <a:prstGeom prst="rect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kumimoji="1" lang="en-US" altLang="ja-JP" dirty="0">
                <a:solidFill>
                  <a:schemeClr val="tx1"/>
                </a:solidFill>
              </a:endParaRPr>
            </a:p>
          </p:txBody>
        </p:sp>
        <p:sp>
          <p:nvSpPr>
            <p:cNvPr id="29" name="正方形/長方形 28">
              <a:extLst>
                <a:ext uri="{FF2B5EF4-FFF2-40B4-BE49-F238E27FC236}">
                  <a16:creationId xmlns:a16="http://schemas.microsoft.com/office/drawing/2014/main" id="{ABC82CDB-70BC-45F6-6C4D-6285C02EC391}"/>
                </a:ext>
              </a:extLst>
            </p:cNvPr>
            <p:cNvSpPr/>
            <p:nvPr/>
          </p:nvSpPr>
          <p:spPr>
            <a:xfrm>
              <a:off x="4828246" y="880056"/>
              <a:ext cx="1475824" cy="2137464"/>
            </a:xfrm>
            <a:prstGeom prst="rect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kumimoji="1" lang="en-US" altLang="ja-JP" dirty="0">
                <a:solidFill>
                  <a:schemeClr val="tx1"/>
                </a:solidFill>
              </a:endParaRPr>
            </a:p>
          </p:txBody>
        </p:sp>
        <p:sp>
          <p:nvSpPr>
            <p:cNvPr id="31" name="正方形/長方形 30">
              <a:extLst>
                <a:ext uri="{FF2B5EF4-FFF2-40B4-BE49-F238E27FC236}">
                  <a16:creationId xmlns:a16="http://schemas.microsoft.com/office/drawing/2014/main" id="{8A1C2EAD-EC56-5CED-34B7-C3287054CE87}"/>
                </a:ext>
              </a:extLst>
            </p:cNvPr>
            <p:cNvSpPr/>
            <p:nvPr/>
          </p:nvSpPr>
          <p:spPr>
            <a:xfrm>
              <a:off x="6480793" y="880056"/>
              <a:ext cx="1475824" cy="2137464"/>
            </a:xfrm>
            <a:prstGeom prst="rect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kumimoji="1" lang="en-US" altLang="ja-JP" dirty="0">
                <a:solidFill>
                  <a:schemeClr val="tx1"/>
                </a:solidFill>
              </a:endParaRPr>
            </a:p>
          </p:txBody>
        </p:sp>
      </p:grp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136984D9-185D-81F0-D855-22F5D199EFA5}"/>
              </a:ext>
            </a:extLst>
          </p:cNvPr>
          <p:cNvSpPr txBox="1"/>
          <p:nvPr/>
        </p:nvSpPr>
        <p:spPr>
          <a:xfrm>
            <a:off x="3524952" y="4127608"/>
            <a:ext cx="1618910" cy="32247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 anchor="ctr">
            <a:spAutoFit/>
          </a:bodyPr>
          <a:lstStyle/>
          <a:p>
            <a:pPr algn="ctr">
              <a:lnSpc>
                <a:spcPts val="1700"/>
              </a:lnSpc>
            </a:pPr>
            <a:r>
              <a:rPr kumimoji="1" lang="en-US" altLang="ja-JP" sz="1600" b="1" dirty="0">
                <a:latin typeface="Corbel" panose="020B0503020204020204" pitchFamily="34" charset="0"/>
              </a:rPr>
              <a:t>VIEW MORE</a:t>
            </a:r>
            <a:endParaRPr kumimoji="1" lang="en-US" altLang="ja-JP" sz="2400" b="1" dirty="0">
              <a:latin typeface="Corbel" panose="020B0503020204020204" pitchFamily="34" charset="0"/>
            </a:endParaRPr>
          </a:p>
        </p:txBody>
      </p:sp>
      <p:grpSp>
        <p:nvGrpSpPr>
          <p:cNvPr id="35" name="グループ化 34">
            <a:extLst>
              <a:ext uri="{FF2B5EF4-FFF2-40B4-BE49-F238E27FC236}">
                <a16:creationId xmlns:a16="http://schemas.microsoft.com/office/drawing/2014/main" id="{5C838767-D1F7-4FE0-83F4-BDA69DA2FBBD}"/>
              </a:ext>
            </a:extLst>
          </p:cNvPr>
          <p:cNvGrpSpPr/>
          <p:nvPr/>
        </p:nvGrpSpPr>
        <p:grpSpPr>
          <a:xfrm>
            <a:off x="8249920" y="0"/>
            <a:ext cx="894080" cy="5143500"/>
            <a:chOff x="9387840" y="944880"/>
            <a:chExt cx="894080" cy="5143500"/>
          </a:xfrm>
        </p:grpSpPr>
        <p:sp>
          <p:nvSpPr>
            <p:cNvPr id="36" name="正方形/長方形 35">
              <a:extLst>
                <a:ext uri="{FF2B5EF4-FFF2-40B4-BE49-F238E27FC236}">
                  <a16:creationId xmlns:a16="http://schemas.microsoft.com/office/drawing/2014/main" id="{FC9939A6-7306-6927-F277-0A628EB6BFFF}"/>
                </a:ext>
              </a:extLst>
            </p:cNvPr>
            <p:cNvSpPr/>
            <p:nvPr/>
          </p:nvSpPr>
          <p:spPr>
            <a:xfrm>
              <a:off x="9387840" y="944880"/>
              <a:ext cx="894080" cy="5143500"/>
            </a:xfrm>
            <a:prstGeom prst="rect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7" name="テキスト ボックス 36">
              <a:extLst>
                <a:ext uri="{FF2B5EF4-FFF2-40B4-BE49-F238E27FC236}">
                  <a16:creationId xmlns:a16="http://schemas.microsoft.com/office/drawing/2014/main" id="{F2091CD9-21A1-048C-E6A9-A0028F3BB402}"/>
                </a:ext>
              </a:extLst>
            </p:cNvPr>
            <p:cNvSpPr txBox="1"/>
            <p:nvPr/>
          </p:nvSpPr>
          <p:spPr>
            <a:xfrm>
              <a:off x="9573270" y="944880"/>
              <a:ext cx="461665" cy="5143500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000" dirty="0">
                  <a:latin typeface="Corbel" panose="020B0503020204020204" pitchFamily="34" charset="0"/>
                </a:rPr>
                <a:t>      CONCEPT      STAFF      MENU      STYLE       ACCESS </a:t>
              </a:r>
              <a:r>
                <a:rPr kumimoji="1" lang="en-US" altLang="ja-JP" sz="1400" dirty="0">
                  <a:latin typeface="Corbel" panose="020B0503020204020204" pitchFamily="34" charset="0"/>
                </a:rPr>
                <a:t>         </a:t>
              </a:r>
              <a:r>
                <a:rPr kumimoji="1" lang="ja-JP" altLang="en-US" sz="1400" dirty="0">
                  <a:latin typeface="Corbel" panose="020B0503020204020204" pitchFamily="34" charset="0"/>
                </a:rPr>
                <a:t>　　　</a:t>
              </a:r>
              <a:r>
                <a:rPr kumimoji="1" lang="en-US" altLang="ja-JP" sz="1400" b="1" dirty="0">
                  <a:latin typeface="Corbel" panose="020B0503020204020204" pitchFamily="34" charset="0"/>
                </a:rPr>
                <a:t> </a:t>
              </a:r>
              <a:r>
                <a:rPr kumimoji="1" lang="ja-JP" altLang="en-US" sz="1600" dirty="0">
                  <a:latin typeface="Corbel" panose="020B0503020204020204" pitchFamily="34" charset="0"/>
                </a:rPr>
                <a:t>✉</a:t>
              </a:r>
              <a:r>
                <a:rPr kumimoji="1" lang="en-US" altLang="ja-JP" sz="1600" b="1" dirty="0">
                  <a:latin typeface="Corbel" panose="020B0503020204020204" pitchFamily="34" charset="0"/>
                </a:rPr>
                <a:t>BOOK </a:t>
              </a:r>
              <a:r>
                <a:rPr kumimoji="1" lang="ja-JP" altLang="en-US" sz="1600" b="1" dirty="0">
                  <a:latin typeface="Corbel" panose="020B0503020204020204" pitchFamily="34" charset="0"/>
                </a:rPr>
                <a:t>  </a:t>
              </a:r>
              <a:r>
                <a:rPr kumimoji="1" lang="ja-JP" altLang="en-US" dirty="0">
                  <a:latin typeface="Corbel" panose="020B0503020204020204" pitchFamily="34" charset="0"/>
                </a:rPr>
                <a:t>〇</a:t>
              </a:r>
              <a:endParaRPr kumimoji="1" lang="en-US" altLang="ja-JP" dirty="0">
                <a:latin typeface="Corbel" panose="020B0503020204020204" pitchFamily="34" charset="0"/>
              </a:endParaRPr>
            </a:p>
          </p:txBody>
        </p:sp>
      </p:grpSp>
      <p:sp>
        <p:nvSpPr>
          <p:cNvPr id="39" name="楕円 38">
            <a:extLst>
              <a:ext uri="{FF2B5EF4-FFF2-40B4-BE49-F238E27FC236}">
                <a16:creationId xmlns:a16="http://schemas.microsoft.com/office/drawing/2014/main" id="{CFB4A899-7ED4-309E-5254-52558EB3D1A4}"/>
              </a:ext>
            </a:extLst>
          </p:cNvPr>
          <p:cNvSpPr/>
          <p:nvPr/>
        </p:nvSpPr>
        <p:spPr>
          <a:xfrm>
            <a:off x="1405115" y="355493"/>
            <a:ext cx="660399" cy="660399"/>
          </a:xfrm>
          <a:prstGeom prst="ellips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>
                <a:solidFill>
                  <a:schemeClr val="bg1">
                    <a:lumMod val="75000"/>
                  </a:schemeClr>
                </a:solidFill>
              </a:rPr>
              <a:t>logo</a:t>
            </a:r>
            <a:endParaRPr kumimoji="1" lang="ja-JP" altLang="en-US" sz="10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44995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C9B03-EC7E-D9B0-F978-232C48537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80EA740E-CEF2-4D4E-AC56-476F17D19269}"/>
              </a:ext>
            </a:extLst>
          </p:cNvPr>
          <p:cNvSpPr/>
          <p:nvPr/>
        </p:nvSpPr>
        <p:spPr>
          <a:xfrm>
            <a:off x="9730607" y="0"/>
            <a:ext cx="3892731" cy="2917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kumimoji="1" lang="en-US" altLang="ja-JP" sz="1200" dirty="0"/>
              <a:t>【</a:t>
            </a:r>
            <a:r>
              <a:rPr kumimoji="1" lang="ja-JP" altLang="en-US" sz="1200" dirty="0"/>
              <a:t>構成</a:t>
            </a:r>
            <a:r>
              <a:rPr kumimoji="1" lang="en-US" altLang="ja-JP" sz="1200" dirty="0"/>
              <a:t>】</a:t>
            </a:r>
          </a:p>
          <a:p>
            <a:r>
              <a:rPr kumimoji="1" lang="en-US" altLang="ja-JP" sz="1200" dirty="0"/>
              <a:t>top-wrapper</a:t>
            </a:r>
          </a:p>
          <a:p>
            <a:endParaRPr kumimoji="1" lang="en-US" altLang="ja-JP" sz="1200" dirty="0"/>
          </a:p>
          <a:p>
            <a:r>
              <a:rPr kumimoji="1" lang="en-US" altLang="ja-JP" sz="1200" dirty="0"/>
              <a:t>concept-wrapper</a:t>
            </a:r>
          </a:p>
          <a:p>
            <a:endParaRPr kumimoji="1" lang="en-US" altLang="ja-JP" sz="1200" dirty="0"/>
          </a:p>
          <a:p>
            <a:r>
              <a:rPr kumimoji="1" lang="en-US" altLang="ja-JP" sz="1200" dirty="0"/>
              <a:t>staff-wrapper</a:t>
            </a:r>
          </a:p>
          <a:p>
            <a:endParaRPr kumimoji="1" lang="en-US" altLang="ja-JP" sz="1200" dirty="0"/>
          </a:p>
          <a:p>
            <a:r>
              <a:rPr kumimoji="1" lang="en-US" altLang="ja-JP" sz="1200" dirty="0"/>
              <a:t>menu-wrapper</a:t>
            </a:r>
          </a:p>
          <a:p>
            <a:endParaRPr kumimoji="1" lang="en-US" altLang="ja-JP" sz="1200" dirty="0"/>
          </a:p>
          <a:p>
            <a:r>
              <a:rPr kumimoji="1" lang="en-US" altLang="ja-JP" sz="1200" dirty="0"/>
              <a:t>style-wrapper</a:t>
            </a:r>
          </a:p>
          <a:p>
            <a:endParaRPr kumimoji="1" lang="en-US" altLang="ja-JP" sz="1200" dirty="0"/>
          </a:p>
          <a:p>
            <a:r>
              <a:rPr kumimoji="1" lang="en-US" altLang="ja-JP" sz="1200" dirty="0"/>
              <a:t>access-wrapper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63306502-BD1B-A73E-734C-2B5D10E5B7E6}"/>
              </a:ext>
            </a:extLst>
          </p:cNvPr>
          <p:cNvSpPr/>
          <p:nvPr/>
        </p:nvSpPr>
        <p:spPr>
          <a:xfrm>
            <a:off x="10726286" y="657682"/>
            <a:ext cx="3892731" cy="49303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kumimoji="1" lang="en-US" altLang="ja-JP" sz="1200" dirty="0"/>
              <a:t>【</a:t>
            </a:r>
            <a:r>
              <a:rPr kumimoji="1" lang="ja-JP" altLang="en-US" sz="1200" dirty="0"/>
              <a:t>作るパーツ</a:t>
            </a:r>
            <a:r>
              <a:rPr kumimoji="1" lang="en-US" altLang="ja-JP" sz="1200" dirty="0"/>
              <a:t>】</a:t>
            </a:r>
          </a:p>
          <a:p>
            <a:r>
              <a:rPr kumimoji="1" lang="ja-JP" altLang="en-US" sz="1200" dirty="0"/>
              <a:t>・お店のロゴ</a:t>
            </a:r>
            <a:r>
              <a:rPr kumimoji="1" lang="en-US" altLang="ja-JP" sz="1200" dirty="0"/>
              <a:t>(illustrator)</a:t>
            </a:r>
            <a:r>
              <a:rPr kumimoji="1" lang="ja-JP" altLang="en-US" sz="1200" dirty="0"/>
              <a:t>作る</a:t>
            </a:r>
            <a:endParaRPr kumimoji="1" lang="en-US" altLang="ja-JP" sz="1200" dirty="0"/>
          </a:p>
          <a:p>
            <a:r>
              <a:rPr kumimoji="1" lang="ja-JP" altLang="en-US" sz="1200" dirty="0"/>
              <a:t>・</a:t>
            </a:r>
            <a:r>
              <a:rPr kumimoji="1" lang="en-US" altLang="ja-JP" sz="1200" dirty="0"/>
              <a:t>RESERVE</a:t>
            </a:r>
            <a:r>
              <a:rPr kumimoji="1" lang="ja-JP" altLang="en-US" sz="1200" dirty="0"/>
              <a:t>・インスタボタンを目立つ場所に</a:t>
            </a:r>
            <a:endParaRPr kumimoji="1" lang="en-US" altLang="ja-JP" sz="1200" dirty="0"/>
          </a:p>
          <a:p>
            <a:r>
              <a:rPr kumimoji="1" lang="ja-JP" altLang="en-US" sz="1200" dirty="0"/>
              <a:t>・スマホ版にハンバーガーメニュー</a:t>
            </a:r>
            <a:endParaRPr kumimoji="1" lang="en-US" altLang="ja-JP" sz="1200" dirty="0"/>
          </a:p>
          <a:p>
            <a:r>
              <a:rPr kumimoji="1" lang="ja-JP" altLang="en-US" sz="1200" dirty="0"/>
              <a:t>・モーダル</a:t>
            </a:r>
            <a:endParaRPr kumimoji="1" lang="en-US" altLang="ja-JP" sz="1200" dirty="0"/>
          </a:p>
          <a:p>
            <a:endParaRPr kumimoji="1" lang="en-US" altLang="ja-JP" sz="1200" dirty="0"/>
          </a:p>
          <a:p>
            <a:r>
              <a:rPr kumimoji="1" lang="en-US" altLang="ja-JP" sz="1200" dirty="0"/>
              <a:t>【</a:t>
            </a:r>
            <a:r>
              <a:rPr kumimoji="1" lang="ja-JP" altLang="en-US" sz="1200" dirty="0"/>
              <a:t>コンセプト・ターゲット</a:t>
            </a:r>
            <a:r>
              <a:rPr kumimoji="1" lang="en-US" altLang="ja-JP" sz="1200" dirty="0"/>
              <a:t>】</a:t>
            </a:r>
          </a:p>
          <a:p>
            <a:r>
              <a:rPr kumimoji="1" lang="en-US" altLang="ja-JP" sz="1200" dirty="0"/>
              <a:t>&lt;</a:t>
            </a:r>
            <a:r>
              <a:rPr kumimoji="1" lang="ja-JP" altLang="en-US" sz="1200" dirty="0"/>
              <a:t>年齢層</a:t>
            </a:r>
            <a:r>
              <a:rPr kumimoji="1" lang="en-US" altLang="ja-JP" sz="1200" dirty="0"/>
              <a:t>&gt;</a:t>
            </a:r>
          </a:p>
          <a:p>
            <a:r>
              <a:rPr kumimoji="1" lang="en-US" altLang="ja-JP" sz="1200" dirty="0"/>
              <a:t>20</a:t>
            </a:r>
            <a:r>
              <a:rPr kumimoji="1" lang="ja-JP" altLang="en-US" sz="1200" dirty="0"/>
              <a:t>代</a:t>
            </a:r>
            <a:r>
              <a:rPr kumimoji="1" lang="en-US" altLang="ja-JP" sz="1200" dirty="0"/>
              <a:t>-30</a:t>
            </a:r>
            <a:r>
              <a:rPr kumimoji="1" lang="ja-JP" altLang="en-US" sz="1200" dirty="0"/>
              <a:t>代女性</a:t>
            </a:r>
            <a:endParaRPr kumimoji="1" lang="en-US" altLang="ja-JP" sz="1200" dirty="0"/>
          </a:p>
          <a:p>
            <a:r>
              <a:rPr kumimoji="1" lang="en-US" altLang="ja-JP" sz="1200" dirty="0"/>
              <a:t>&lt;</a:t>
            </a:r>
            <a:r>
              <a:rPr kumimoji="1" lang="ja-JP" altLang="en-US" sz="1200" dirty="0"/>
              <a:t>得意分野</a:t>
            </a:r>
            <a:r>
              <a:rPr kumimoji="1" lang="en-US" altLang="ja-JP" sz="1200" dirty="0"/>
              <a:t>&gt;</a:t>
            </a:r>
          </a:p>
          <a:p>
            <a:r>
              <a:rPr kumimoji="1" lang="ja-JP" altLang="en-US" sz="1200" dirty="0"/>
              <a:t>ショート・ボブ</a:t>
            </a:r>
            <a:endParaRPr kumimoji="1" lang="en-US" altLang="ja-JP" sz="1200" dirty="0"/>
          </a:p>
          <a:p>
            <a:r>
              <a:rPr kumimoji="1" lang="en-US" altLang="ja-JP" sz="1200" dirty="0"/>
              <a:t>&lt;</a:t>
            </a:r>
            <a:r>
              <a:rPr kumimoji="1" lang="ja-JP" altLang="en-US" sz="1200" dirty="0"/>
              <a:t>雰囲気</a:t>
            </a:r>
            <a:r>
              <a:rPr kumimoji="1" lang="en-US" altLang="ja-JP" sz="1200" dirty="0"/>
              <a:t>&gt;</a:t>
            </a:r>
          </a:p>
          <a:p>
            <a:r>
              <a:rPr kumimoji="1" lang="ja-JP" altLang="en-US" sz="1200" dirty="0"/>
              <a:t>エモみ</a:t>
            </a:r>
            <a:r>
              <a:rPr kumimoji="1" lang="en-US" altLang="ja-JP" sz="1200" dirty="0"/>
              <a:t>×</a:t>
            </a:r>
            <a:r>
              <a:rPr kumimoji="1" lang="ja-JP" altLang="en-US" sz="1200" dirty="0"/>
              <a:t>洗練　</a:t>
            </a:r>
            <a:endParaRPr kumimoji="1" lang="en-US" altLang="ja-JP" sz="1200" dirty="0"/>
          </a:p>
          <a:p>
            <a:r>
              <a:rPr kumimoji="1" lang="en-US" altLang="ja-JP" sz="1200" dirty="0"/>
              <a:t>&lt;</a:t>
            </a:r>
            <a:r>
              <a:rPr kumimoji="1" lang="ja-JP" altLang="en-US" sz="1200" dirty="0"/>
              <a:t>場所</a:t>
            </a:r>
            <a:r>
              <a:rPr kumimoji="1" lang="en-US" altLang="ja-JP" sz="1200" dirty="0"/>
              <a:t>&gt;</a:t>
            </a:r>
          </a:p>
          <a:p>
            <a:r>
              <a:rPr kumimoji="1" lang="ja-JP" altLang="en-US" sz="1200" dirty="0"/>
              <a:t>覚王山</a:t>
            </a:r>
            <a:endParaRPr kumimoji="1" lang="en-US" altLang="ja-JP" sz="1200" dirty="0"/>
          </a:p>
          <a:p>
            <a:r>
              <a:rPr kumimoji="1" lang="en-US" altLang="ja-JP" sz="1200" dirty="0"/>
              <a:t>&lt;</a:t>
            </a:r>
            <a:r>
              <a:rPr kumimoji="1" lang="ja-JP" altLang="en-US" sz="1200" dirty="0"/>
              <a:t>サイトカラー</a:t>
            </a:r>
            <a:r>
              <a:rPr kumimoji="1" lang="en-US" altLang="ja-JP" sz="1200" dirty="0"/>
              <a:t>&gt;</a:t>
            </a:r>
          </a:p>
          <a:p>
            <a:r>
              <a:rPr kumimoji="1" lang="ja-JP" altLang="en-US" sz="1200" dirty="0"/>
              <a:t>黒・白・グレー＋</a:t>
            </a:r>
            <a:r>
              <a:rPr kumimoji="1" lang="en-US" altLang="ja-JP" sz="1200" dirty="0"/>
              <a:t>1</a:t>
            </a:r>
            <a:r>
              <a:rPr kumimoji="1" lang="ja-JP" altLang="en-US" sz="1200" dirty="0"/>
              <a:t>色</a:t>
            </a:r>
            <a:endParaRPr kumimoji="1" lang="en-US" altLang="ja-JP" sz="1200" dirty="0"/>
          </a:p>
          <a:p>
            <a:r>
              <a:rPr kumimoji="1" lang="en-US" altLang="ja-JP" sz="1200" dirty="0"/>
              <a:t>&lt;</a:t>
            </a:r>
            <a:r>
              <a:rPr kumimoji="1" lang="ja-JP" altLang="en-US" sz="1200" dirty="0"/>
              <a:t>写真</a:t>
            </a:r>
            <a:r>
              <a:rPr kumimoji="1" lang="en-US" altLang="ja-JP" sz="1200" dirty="0"/>
              <a:t>&gt;</a:t>
            </a:r>
          </a:p>
          <a:p>
            <a:r>
              <a:rPr kumimoji="1" lang="ja-JP" altLang="en-US" sz="1200" dirty="0"/>
              <a:t>フィルムカメラっぽい質感と色味</a:t>
            </a:r>
            <a:endParaRPr kumimoji="1" lang="en-US" altLang="ja-JP" sz="1200" dirty="0"/>
          </a:p>
          <a:p>
            <a:r>
              <a:rPr kumimoji="1" lang="en-US" altLang="ja-JP" sz="1200" dirty="0"/>
              <a:t>style</a:t>
            </a:r>
            <a:r>
              <a:rPr kumimoji="1" lang="ja-JP" altLang="en-US" sz="1200" dirty="0"/>
              <a:t>写真は通常時モノクロ・</a:t>
            </a:r>
            <a:r>
              <a:rPr kumimoji="1" lang="en-US" altLang="ja-JP" sz="1200" dirty="0"/>
              <a:t>hover</a:t>
            </a:r>
            <a:r>
              <a:rPr kumimoji="1" lang="ja-JP" altLang="en-US" sz="1200" dirty="0"/>
              <a:t>時に実際の色味</a:t>
            </a:r>
            <a:endParaRPr kumimoji="1" lang="en-US" altLang="ja-JP" sz="1200" dirty="0"/>
          </a:p>
          <a:p>
            <a:r>
              <a:rPr kumimoji="1" lang="en-US" altLang="ja-JP" sz="1200" dirty="0"/>
              <a:t>&lt;</a:t>
            </a:r>
            <a:r>
              <a:rPr kumimoji="1" lang="ja-JP" altLang="en-US" sz="1200" dirty="0"/>
              <a:t>特徴</a:t>
            </a:r>
            <a:r>
              <a:rPr kumimoji="1" lang="en-US" altLang="ja-JP" sz="1200" dirty="0"/>
              <a:t>&gt;</a:t>
            </a:r>
          </a:p>
          <a:p>
            <a:r>
              <a:rPr kumimoji="1" lang="ja-JP" altLang="en-US" sz="1200" dirty="0"/>
              <a:t>夫婦経営、わんこ</a:t>
            </a:r>
            <a:r>
              <a:rPr kumimoji="1" lang="en-US" altLang="ja-JP" sz="1200" dirty="0"/>
              <a:t>1</a:t>
            </a:r>
            <a:r>
              <a:rPr kumimoji="1" lang="ja-JP" altLang="en-US" sz="1200" dirty="0"/>
              <a:t>匹、建物の</a:t>
            </a:r>
            <a:r>
              <a:rPr kumimoji="1" lang="en-US" altLang="ja-JP" sz="1200" dirty="0"/>
              <a:t>1F</a:t>
            </a:r>
            <a:r>
              <a:rPr kumimoji="1" lang="ja-JP" altLang="en-US" sz="1200" dirty="0"/>
              <a:t>がお店</a:t>
            </a:r>
            <a:r>
              <a:rPr kumimoji="1" lang="en-US" altLang="ja-JP" sz="1200" dirty="0"/>
              <a:t>/2-3F</a:t>
            </a:r>
            <a:r>
              <a:rPr kumimoji="1" lang="ja-JP" altLang="en-US" sz="1200" dirty="0"/>
              <a:t>が夫婦住居、外観はウッディ</a:t>
            </a:r>
            <a:r>
              <a:rPr kumimoji="1" lang="en-US" altLang="ja-JP" sz="1200" dirty="0"/>
              <a:t>/</a:t>
            </a:r>
            <a:r>
              <a:rPr kumimoji="1" lang="ja-JP" altLang="en-US" sz="1200" dirty="0"/>
              <a:t>緑豊か</a:t>
            </a:r>
            <a:r>
              <a:rPr kumimoji="1" lang="en-US" altLang="ja-JP" sz="1200" dirty="0"/>
              <a:t>/DIY</a:t>
            </a:r>
            <a:r>
              <a:rPr kumimoji="1" lang="ja-JP" altLang="en-US" sz="1200" dirty="0"/>
              <a:t>、内観は本とかわいい小物がたくさん、</a:t>
            </a:r>
            <a:endParaRPr kumimoji="1" lang="en-US" altLang="ja-JP" sz="1200" dirty="0"/>
          </a:p>
        </p:txBody>
      </p: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55CA689B-4625-A068-BBA4-9895ACFA6F44}"/>
              </a:ext>
            </a:extLst>
          </p:cNvPr>
          <p:cNvGrpSpPr/>
          <p:nvPr/>
        </p:nvGrpSpPr>
        <p:grpSpPr>
          <a:xfrm>
            <a:off x="8249920" y="0"/>
            <a:ext cx="894080" cy="5143500"/>
            <a:chOff x="9387840" y="944880"/>
            <a:chExt cx="894080" cy="5143500"/>
          </a:xfrm>
        </p:grpSpPr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792B4547-8C37-2FEC-136A-FE26312FC423}"/>
                </a:ext>
              </a:extLst>
            </p:cNvPr>
            <p:cNvSpPr/>
            <p:nvPr/>
          </p:nvSpPr>
          <p:spPr>
            <a:xfrm>
              <a:off x="9387840" y="944880"/>
              <a:ext cx="894080" cy="5143500"/>
            </a:xfrm>
            <a:prstGeom prst="rect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CF53FC73-2C25-F762-DE67-C658BD448D34}"/>
                </a:ext>
              </a:extLst>
            </p:cNvPr>
            <p:cNvSpPr txBox="1"/>
            <p:nvPr/>
          </p:nvSpPr>
          <p:spPr>
            <a:xfrm>
              <a:off x="9573270" y="944880"/>
              <a:ext cx="461665" cy="5143500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000" dirty="0">
                  <a:latin typeface="Corbel" panose="020B0503020204020204" pitchFamily="34" charset="0"/>
                </a:rPr>
                <a:t>      CONCEPT      STAFF      MENU      STYLE       ACCESS </a:t>
              </a:r>
              <a:r>
                <a:rPr kumimoji="1" lang="en-US" altLang="ja-JP" sz="1400" dirty="0">
                  <a:latin typeface="Corbel" panose="020B0503020204020204" pitchFamily="34" charset="0"/>
                </a:rPr>
                <a:t>         </a:t>
              </a:r>
              <a:r>
                <a:rPr kumimoji="1" lang="ja-JP" altLang="en-US" sz="1400" dirty="0">
                  <a:latin typeface="Corbel" panose="020B0503020204020204" pitchFamily="34" charset="0"/>
                </a:rPr>
                <a:t>　　　</a:t>
              </a:r>
              <a:r>
                <a:rPr kumimoji="1" lang="en-US" altLang="ja-JP" sz="1400" b="1" dirty="0">
                  <a:latin typeface="Corbel" panose="020B0503020204020204" pitchFamily="34" charset="0"/>
                </a:rPr>
                <a:t> </a:t>
              </a:r>
              <a:r>
                <a:rPr kumimoji="1" lang="ja-JP" altLang="en-US" sz="1600" dirty="0">
                  <a:latin typeface="Corbel" panose="020B0503020204020204" pitchFamily="34" charset="0"/>
                </a:rPr>
                <a:t>✉</a:t>
              </a:r>
              <a:r>
                <a:rPr kumimoji="1" lang="en-US" altLang="ja-JP" sz="1600" b="1" dirty="0">
                  <a:latin typeface="Corbel" panose="020B0503020204020204" pitchFamily="34" charset="0"/>
                </a:rPr>
                <a:t>BOOK </a:t>
              </a:r>
              <a:r>
                <a:rPr kumimoji="1" lang="ja-JP" altLang="en-US" sz="1600" b="1" dirty="0">
                  <a:latin typeface="Corbel" panose="020B0503020204020204" pitchFamily="34" charset="0"/>
                </a:rPr>
                <a:t>  </a:t>
              </a:r>
              <a:r>
                <a:rPr kumimoji="1" lang="ja-JP" altLang="en-US" dirty="0">
                  <a:latin typeface="Corbel" panose="020B0503020204020204" pitchFamily="34" charset="0"/>
                </a:rPr>
                <a:t>〇</a:t>
              </a:r>
              <a:endParaRPr kumimoji="1" lang="en-US" altLang="ja-JP" dirty="0">
                <a:latin typeface="Corbel" panose="020B0503020204020204" pitchFamily="34" charset="0"/>
              </a:endParaRPr>
            </a:p>
          </p:txBody>
        </p:sp>
      </p:grp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035B4A8-33B8-A563-D383-A533148FF4C6}"/>
              </a:ext>
            </a:extLst>
          </p:cNvPr>
          <p:cNvSpPr txBox="1"/>
          <p:nvPr/>
        </p:nvSpPr>
        <p:spPr>
          <a:xfrm>
            <a:off x="246985" y="492672"/>
            <a:ext cx="14192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>
                <a:latin typeface="Corbel" panose="020B0503020204020204" pitchFamily="34" charset="0"/>
              </a:rPr>
              <a:t>ACCESS</a:t>
            </a:r>
            <a:endParaRPr kumimoji="1" lang="ja-JP" altLang="en-US" sz="2800" dirty="0">
              <a:latin typeface="Corbel" panose="020B0503020204020204" pitchFamily="34" charset="0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79B83F1-A861-939C-8165-04FF6AF69A4A}"/>
              </a:ext>
            </a:extLst>
          </p:cNvPr>
          <p:cNvSpPr/>
          <p:nvPr/>
        </p:nvSpPr>
        <p:spPr>
          <a:xfrm>
            <a:off x="4572000" y="1113615"/>
            <a:ext cx="3145712" cy="2990542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dirty="0">
                <a:solidFill>
                  <a:schemeClr val="tx1"/>
                </a:solidFill>
              </a:rPr>
              <a:t>架空</a:t>
            </a:r>
            <a:r>
              <a:rPr kumimoji="1" lang="en-US" altLang="ja-JP" dirty="0">
                <a:solidFill>
                  <a:schemeClr val="tx1"/>
                </a:solidFill>
              </a:rPr>
              <a:t>map</a:t>
            </a:r>
            <a:r>
              <a:rPr kumimoji="1" lang="ja-JP" altLang="en-US" dirty="0">
                <a:solidFill>
                  <a:schemeClr val="tx1"/>
                </a:solidFill>
              </a:rPr>
              <a:t>、図形</a:t>
            </a:r>
            <a:endParaRPr kumimoji="1" lang="en-US" altLang="ja-JP" dirty="0">
              <a:solidFill>
                <a:schemeClr val="tx1"/>
              </a:solidFill>
            </a:endParaRPr>
          </a:p>
        </p:txBody>
      </p: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81EB1218-7DC0-3B91-9BCE-43FEB7E48B35}"/>
              </a:ext>
            </a:extLst>
          </p:cNvPr>
          <p:cNvGrpSpPr/>
          <p:nvPr/>
        </p:nvGrpSpPr>
        <p:grpSpPr>
          <a:xfrm>
            <a:off x="1395433" y="1076479"/>
            <a:ext cx="2883263" cy="2990542"/>
            <a:chOff x="1454452" y="1047684"/>
            <a:chExt cx="3289663" cy="2990542"/>
          </a:xfrm>
        </p:grpSpPr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DEF3C8CF-7863-5614-0E01-619C0EFB84FA}"/>
                </a:ext>
              </a:extLst>
            </p:cNvPr>
            <p:cNvSpPr txBox="1"/>
            <p:nvPr/>
          </p:nvSpPr>
          <p:spPr>
            <a:xfrm>
              <a:off x="1454452" y="1047684"/>
              <a:ext cx="3285062" cy="15324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kumimoji="1" lang="ja-JP" altLang="en-US" sz="1600" dirty="0">
                  <a:latin typeface="Century Gothic" panose="020B0502020202020204" pitchFamily="34" charset="0"/>
                </a:rPr>
                <a:t>〒</a:t>
              </a:r>
              <a:r>
                <a:rPr kumimoji="1" lang="en-US" altLang="ja-JP" sz="1600" dirty="0">
                  <a:latin typeface="Century Gothic" panose="020B0502020202020204" pitchFamily="34" charset="0"/>
                </a:rPr>
                <a:t>123-4567</a:t>
              </a:r>
            </a:p>
            <a:p>
              <a:pPr>
                <a:lnSpc>
                  <a:spcPct val="150000"/>
                </a:lnSpc>
              </a:pPr>
              <a:r>
                <a:rPr kumimoji="1" lang="ja-JP" altLang="en-US" sz="1600" dirty="0">
                  <a:latin typeface="Century Gothic" panose="020B0502020202020204" pitchFamily="34" charset="0"/>
                </a:rPr>
                <a:t>愛知県名古屋市千種区</a:t>
              </a:r>
              <a:endParaRPr kumimoji="1" lang="en-US" altLang="ja-JP" sz="1600" dirty="0">
                <a:latin typeface="Century Gothic" panose="020B0502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kumimoji="1" lang="ja-JP" altLang="en-US" sz="1600" dirty="0">
                  <a:latin typeface="Century Gothic" panose="020B0502020202020204" pitchFamily="34" charset="0"/>
                </a:rPr>
                <a:t>北南東西町</a:t>
              </a:r>
              <a:r>
                <a:rPr kumimoji="1" lang="en-US" altLang="ja-JP" sz="1600" dirty="0">
                  <a:latin typeface="Century Gothic" panose="020B0502020202020204" pitchFamily="34" charset="0"/>
                </a:rPr>
                <a:t>5</a:t>
              </a:r>
              <a:r>
                <a:rPr kumimoji="1" lang="ja-JP" altLang="en-US" sz="1600" dirty="0">
                  <a:latin typeface="Century Gothic" panose="020B0502020202020204" pitchFamily="34" charset="0"/>
                </a:rPr>
                <a:t>丁目</a:t>
              </a:r>
              <a:r>
                <a:rPr kumimoji="1" lang="en-US" altLang="ja-JP" sz="1600" dirty="0">
                  <a:latin typeface="Century Gothic" panose="020B0502020202020204" pitchFamily="34" charset="0"/>
                </a:rPr>
                <a:t>1000</a:t>
              </a:r>
              <a:r>
                <a:rPr kumimoji="1" lang="ja-JP" altLang="en-US" sz="1600" dirty="0">
                  <a:latin typeface="Century Gothic" panose="020B0502020202020204" pitchFamily="34" charset="0"/>
                </a:rPr>
                <a:t>番地</a:t>
              </a:r>
              <a:endParaRPr kumimoji="1" lang="en-US" altLang="ja-JP" sz="1600" dirty="0">
                <a:latin typeface="Century Gothic" panose="020B0502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kumimoji="1" lang="ja-JP" altLang="en-US" sz="1600" dirty="0">
                  <a:latin typeface="Century Gothic" panose="020B0502020202020204" pitchFamily="34" charset="0"/>
                </a:rPr>
                <a:t>北南東西ビル</a:t>
              </a:r>
              <a:r>
                <a:rPr kumimoji="1" lang="en-US" altLang="ja-JP" sz="1600" dirty="0">
                  <a:latin typeface="Century Gothic" panose="020B0502020202020204" pitchFamily="34" charset="0"/>
                </a:rPr>
                <a:t>1F</a:t>
              </a:r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488EFF05-C591-008E-E60B-E9EF204465AF}"/>
                </a:ext>
              </a:extLst>
            </p:cNvPr>
            <p:cNvSpPr txBox="1"/>
            <p:nvPr/>
          </p:nvSpPr>
          <p:spPr>
            <a:xfrm>
              <a:off x="1459053" y="2763866"/>
              <a:ext cx="328506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600" dirty="0">
                  <a:latin typeface="Century Gothic" panose="020B0502020202020204" pitchFamily="34" charset="0"/>
                </a:rPr>
                <a:t>TEL</a:t>
              </a:r>
              <a:r>
                <a:rPr kumimoji="1" lang="ja-JP" altLang="en-US" sz="1600" dirty="0">
                  <a:latin typeface="Century Gothic" panose="020B0502020202020204" pitchFamily="34" charset="0"/>
                </a:rPr>
                <a:t>：</a:t>
              </a:r>
              <a:r>
                <a:rPr kumimoji="1" lang="en-US" altLang="ja-JP" sz="1600" dirty="0">
                  <a:latin typeface="Century Gothic" panose="020B0502020202020204" pitchFamily="34" charset="0"/>
                </a:rPr>
                <a:t>052-XXX-XXXX</a:t>
              </a:r>
            </a:p>
          </p:txBody>
        </p: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0A18AD7D-0279-4744-A8DB-24247EF088AF}"/>
                </a:ext>
              </a:extLst>
            </p:cNvPr>
            <p:cNvSpPr txBox="1"/>
            <p:nvPr/>
          </p:nvSpPr>
          <p:spPr>
            <a:xfrm>
              <a:off x="1459053" y="3231769"/>
              <a:ext cx="328506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1600" dirty="0">
                  <a:latin typeface="Century Gothic" panose="020B0502020202020204" pitchFamily="34" charset="0"/>
                </a:rPr>
                <a:t>営業時間：</a:t>
              </a:r>
              <a:r>
                <a:rPr kumimoji="1" lang="en-US" altLang="ja-JP" sz="1600" dirty="0">
                  <a:latin typeface="Century Gothic" panose="020B0502020202020204" pitchFamily="34" charset="0"/>
                </a:rPr>
                <a:t>9</a:t>
              </a:r>
              <a:r>
                <a:rPr kumimoji="1" lang="ja-JP" altLang="en-US" sz="1600" dirty="0">
                  <a:latin typeface="Century Gothic" panose="020B0502020202020204" pitchFamily="34" charset="0"/>
                </a:rPr>
                <a:t>時～</a:t>
              </a:r>
              <a:r>
                <a:rPr kumimoji="1" lang="en-US" altLang="ja-JP" sz="1600" dirty="0">
                  <a:latin typeface="Century Gothic" panose="020B0502020202020204" pitchFamily="34" charset="0"/>
                </a:rPr>
                <a:t>19</a:t>
              </a:r>
              <a:r>
                <a:rPr kumimoji="1" lang="ja-JP" altLang="en-US" sz="1600" dirty="0">
                  <a:latin typeface="Century Gothic" panose="020B0502020202020204" pitchFamily="34" charset="0"/>
                </a:rPr>
                <a:t>時</a:t>
              </a:r>
              <a:endParaRPr kumimoji="1" lang="en-US" altLang="ja-JP" sz="1600" dirty="0">
                <a:latin typeface="Century Gothic" panose="020B0502020202020204" pitchFamily="34" charset="0"/>
              </a:endParaRPr>
            </a:p>
          </p:txBody>
        </p:sp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C9FFE5C3-5625-862D-3AF0-DB7D15519596}"/>
                </a:ext>
              </a:extLst>
            </p:cNvPr>
            <p:cNvSpPr txBox="1"/>
            <p:nvPr/>
          </p:nvSpPr>
          <p:spPr>
            <a:xfrm>
              <a:off x="1454452" y="3699672"/>
              <a:ext cx="328506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1600" dirty="0">
                  <a:latin typeface="Century Gothic" panose="020B0502020202020204" pitchFamily="34" charset="0"/>
                </a:rPr>
                <a:t>定休日：月曜日</a:t>
              </a:r>
              <a:endParaRPr kumimoji="1" lang="en-US" altLang="ja-JP" sz="1600" dirty="0">
                <a:latin typeface="Century Gothic" panose="020B0502020202020204" pitchFamily="34" charset="0"/>
              </a:endParaRPr>
            </a:p>
          </p:txBody>
        </p:sp>
      </p:grpSp>
      <p:sp>
        <p:nvSpPr>
          <p:cNvPr id="21" name="楕円 20">
            <a:extLst>
              <a:ext uri="{FF2B5EF4-FFF2-40B4-BE49-F238E27FC236}">
                <a16:creationId xmlns:a16="http://schemas.microsoft.com/office/drawing/2014/main" id="{C355119F-5558-7CB6-47FD-627CA2BB011A}"/>
              </a:ext>
            </a:extLst>
          </p:cNvPr>
          <p:cNvSpPr/>
          <p:nvPr/>
        </p:nvSpPr>
        <p:spPr>
          <a:xfrm>
            <a:off x="1666240" y="351405"/>
            <a:ext cx="660399" cy="660399"/>
          </a:xfrm>
          <a:prstGeom prst="ellips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>
                <a:solidFill>
                  <a:schemeClr val="bg1">
                    <a:lumMod val="75000"/>
                  </a:schemeClr>
                </a:solidFill>
              </a:rPr>
              <a:t>logo</a:t>
            </a:r>
            <a:endParaRPr kumimoji="1" lang="ja-JP" altLang="en-US" sz="10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86470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1DE49-A688-6946-07E7-C40C9F7C3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6744BC0-AD52-3D13-55EF-503CCD7223E6}"/>
              </a:ext>
            </a:extLst>
          </p:cNvPr>
          <p:cNvSpPr/>
          <p:nvPr/>
        </p:nvSpPr>
        <p:spPr>
          <a:xfrm>
            <a:off x="9730607" y="0"/>
            <a:ext cx="3892731" cy="2917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kumimoji="1" lang="en-US" altLang="ja-JP" sz="1200" dirty="0"/>
              <a:t>【</a:t>
            </a:r>
            <a:r>
              <a:rPr kumimoji="1" lang="ja-JP" altLang="en-US" sz="1200" dirty="0"/>
              <a:t>構成</a:t>
            </a:r>
            <a:r>
              <a:rPr kumimoji="1" lang="en-US" altLang="ja-JP" sz="1200" dirty="0"/>
              <a:t>】</a:t>
            </a:r>
          </a:p>
          <a:p>
            <a:r>
              <a:rPr kumimoji="1" lang="en-US" altLang="ja-JP" sz="1200" dirty="0"/>
              <a:t>top-wrapper</a:t>
            </a:r>
          </a:p>
          <a:p>
            <a:endParaRPr kumimoji="1" lang="en-US" altLang="ja-JP" sz="1200" dirty="0"/>
          </a:p>
          <a:p>
            <a:r>
              <a:rPr kumimoji="1" lang="en-US" altLang="ja-JP" sz="1200" dirty="0"/>
              <a:t>concept-wrapper</a:t>
            </a:r>
          </a:p>
          <a:p>
            <a:endParaRPr kumimoji="1" lang="en-US" altLang="ja-JP" sz="1200" dirty="0"/>
          </a:p>
          <a:p>
            <a:r>
              <a:rPr kumimoji="1" lang="en-US" altLang="ja-JP" sz="1200" dirty="0"/>
              <a:t>staff-wrapper</a:t>
            </a:r>
          </a:p>
          <a:p>
            <a:endParaRPr kumimoji="1" lang="en-US" altLang="ja-JP" sz="1200" dirty="0"/>
          </a:p>
          <a:p>
            <a:r>
              <a:rPr kumimoji="1" lang="en-US" altLang="ja-JP" sz="1200" dirty="0"/>
              <a:t>menu-wrapper</a:t>
            </a:r>
          </a:p>
          <a:p>
            <a:endParaRPr kumimoji="1" lang="en-US" altLang="ja-JP" sz="1200" dirty="0"/>
          </a:p>
          <a:p>
            <a:r>
              <a:rPr kumimoji="1" lang="en-US" altLang="ja-JP" sz="1200" dirty="0"/>
              <a:t>style-wrapper</a:t>
            </a:r>
          </a:p>
          <a:p>
            <a:endParaRPr kumimoji="1" lang="en-US" altLang="ja-JP" sz="1200" dirty="0"/>
          </a:p>
          <a:p>
            <a:r>
              <a:rPr kumimoji="1" lang="en-US" altLang="ja-JP" sz="1200" dirty="0"/>
              <a:t>access-wrapper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EAF5BE3F-4C92-A86E-338C-B5F8BCC900C7}"/>
              </a:ext>
            </a:extLst>
          </p:cNvPr>
          <p:cNvSpPr/>
          <p:nvPr/>
        </p:nvSpPr>
        <p:spPr>
          <a:xfrm>
            <a:off x="10726286" y="657682"/>
            <a:ext cx="3892731" cy="49303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kumimoji="1" lang="en-US" altLang="ja-JP" sz="1200" dirty="0"/>
              <a:t>【</a:t>
            </a:r>
            <a:r>
              <a:rPr kumimoji="1" lang="ja-JP" altLang="en-US" sz="1200" dirty="0"/>
              <a:t>作るパーツ</a:t>
            </a:r>
            <a:r>
              <a:rPr kumimoji="1" lang="en-US" altLang="ja-JP" sz="1200" dirty="0"/>
              <a:t>】</a:t>
            </a:r>
          </a:p>
          <a:p>
            <a:r>
              <a:rPr kumimoji="1" lang="ja-JP" altLang="en-US" sz="1200" dirty="0"/>
              <a:t>・お店のロゴ</a:t>
            </a:r>
            <a:r>
              <a:rPr kumimoji="1" lang="en-US" altLang="ja-JP" sz="1200" dirty="0"/>
              <a:t>(illustrator)</a:t>
            </a:r>
            <a:r>
              <a:rPr kumimoji="1" lang="ja-JP" altLang="en-US" sz="1200" dirty="0"/>
              <a:t>作る、犬モチーフ</a:t>
            </a:r>
            <a:endParaRPr kumimoji="1" lang="en-US" altLang="ja-JP" sz="1200" dirty="0"/>
          </a:p>
          <a:p>
            <a:r>
              <a:rPr kumimoji="1" lang="ja-JP" altLang="en-US" sz="1200" dirty="0"/>
              <a:t>・</a:t>
            </a:r>
            <a:r>
              <a:rPr kumimoji="1" lang="en-US" altLang="ja-JP" sz="1200" dirty="0"/>
              <a:t>RESERVE</a:t>
            </a:r>
            <a:r>
              <a:rPr kumimoji="1" lang="ja-JP" altLang="en-US" sz="1200" dirty="0"/>
              <a:t>・インスタボタンを目立つ場所に</a:t>
            </a:r>
            <a:endParaRPr kumimoji="1" lang="en-US" altLang="ja-JP" sz="1200" dirty="0"/>
          </a:p>
          <a:p>
            <a:r>
              <a:rPr kumimoji="1" lang="ja-JP" altLang="en-US" sz="1200" dirty="0"/>
              <a:t>・スマホ版にハンバーガーメニュー</a:t>
            </a:r>
            <a:endParaRPr kumimoji="1" lang="en-US" altLang="ja-JP" sz="1200" dirty="0"/>
          </a:p>
          <a:p>
            <a:r>
              <a:rPr kumimoji="1" lang="ja-JP" altLang="en-US" sz="1200" dirty="0"/>
              <a:t>・モーダル</a:t>
            </a:r>
            <a:endParaRPr kumimoji="1" lang="en-US" altLang="ja-JP" sz="1200" dirty="0"/>
          </a:p>
          <a:p>
            <a:endParaRPr kumimoji="1" lang="en-US" altLang="ja-JP" sz="1200" dirty="0"/>
          </a:p>
          <a:p>
            <a:r>
              <a:rPr kumimoji="1" lang="en-US" altLang="ja-JP" sz="1200" dirty="0"/>
              <a:t>【</a:t>
            </a:r>
            <a:r>
              <a:rPr kumimoji="1" lang="ja-JP" altLang="en-US" sz="1200" dirty="0"/>
              <a:t>コンセプト・ターゲット</a:t>
            </a:r>
            <a:r>
              <a:rPr kumimoji="1" lang="en-US" altLang="ja-JP" sz="1200" dirty="0"/>
              <a:t>】</a:t>
            </a:r>
          </a:p>
          <a:p>
            <a:r>
              <a:rPr kumimoji="1" lang="en-US" altLang="ja-JP" sz="1200" dirty="0"/>
              <a:t>&lt;</a:t>
            </a:r>
            <a:r>
              <a:rPr kumimoji="1" lang="ja-JP" altLang="en-US" sz="1200" dirty="0"/>
              <a:t>年齢層</a:t>
            </a:r>
            <a:r>
              <a:rPr kumimoji="1" lang="en-US" altLang="ja-JP" sz="1200" dirty="0"/>
              <a:t>&gt;</a:t>
            </a:r>
          </a:p>
          <a:p>
            <a:r>
              <a:rPr kumimoji="1" lang="en-US" altLang="ja-JP" sz="1200" dirty="0"/>
              <a:t>20</a:t>
            </a:r>
            <a:r>
              <a:rPr kumimoji="1" lang="ja-JP" altLang="en-US" sz="1200" dirty="0"/>
              <a:t>代</a:t>
            </a:r>
            <a:r>
              <a:rPr kumimoji="1" lang="en-US" altLang="ja-JP" sz="1200" dirty="0"/>
              <a:t>-30</a:t>
            </a:r>
            <a:r>
              <a:rPr kumimoji="1" lang="ja-JP" altLang="en-US" sz="1200" dirty="0"/>
              <a:t>代女性</a:t>
            </a:r>
            <a:endParaRPr kumimoji="1" lang="en-US" altLang="ja-JP" sz="1200" dirty="0"/>
          </a:p>
          <a:p>
            <a:r>
              <a:rPr kumimoji="1" lang="en-US" altLang="ja-JP" sz="1200" dirty="0"/>
              <a:t>&lt;</a:t>
            </a:r>
            <a:r>
              <a:rPr kumimoji="1" lang="ja-JP" altLang="en-US" sz="1200" dirty="0"/>
              <a:t>得意分野</a:t>
            </a:r>
            <a:r>
              <a:rPr kumimoji="1" lang="en-US" altLang="ja-JP" sz="1200" dirty="0"/>
              <a:t>&gt;</a:t>
            </a:r>
          </a:p>
          <a:p>
            <a:r>
              <a:rPr kumimoji="1" lang="ja-JP" altLang="en-US" sz="1200" dirty="0"/>
              <a:t>ショート・ボブ</a:t>
            </a:r>
            <a:endParaRPr kumimoji="1" lang="en-US" altLang="ja-JP" sz="1200" dirty="0"/>
          </a:p>
          <a:p>
            <a:r>
              <a:rPr kumimoji="1" lang="en-US" altLang="ja-JP" sz="1200" dirty="0"/>
              <a:t>&lt;</a:t>
            </a:r>
            <a:r>
              <a:rPr kumimoji="1" lang="ja-JP" altLang="en-US" sz="1200" dirty="0"/>
              <a:t>雰囲気</a:t>
            </a:r>
            <a:r>
              <a:rPr kumimoji="1" lang="en-US" altLang="ja-JP" sz="1200" dirty="0"/>
              <a:t>&gt;</a:t>
            </a:r>
          </a:p>
          <a:p>
            <a:r>
              <a:rPr kumimoji="1" lang="ja-JP" altLang="en-US" sz="1200" dirty="0"/>
              <a:t>エモみ</a:t>
            </a:r>
            <a:r>
              <a:rPr kumimoji="1" lang="en-US" altLang="ja-JP" sz="1200" dirty="0"/>
              <a:t>×</a:t>
            </a:r>
            <a:r>
              <a:rPr kumimoji="1" lang="ja-JP" altLang="en-US" sz="1200" dirty="0"/>
              <a:t>洗練　</a:t>
            </a:r>
            <a:endParaRPr kumimoji="1" lang="en-US" altLang="ja-JP" sz="1200" dirty="0"/>
          </a:p>
          <a:p>
            <a:r>
              <a:rPr kumimoji="1" lang="en-US" altLang="ja-JP" sz="1200" dirty="0"/>
              <a:t>&lt;</a:t>
            </a:r>
            <a:r>
              <a:rPr kumimoji="1" lang="ja-JP" altLang="en-US" sz="1200" dirty="0"/>
              <a:t>場所</a:t>
            </a:r>
            <a:r>
              <a:rPr kumimoji="1" lang="en-US" altLang="ja-JP" sz="1200" dirty="0"/>
              <a:t>&gt;</a:t>
            </a:r>
          </a:p>
          <a:p>
            <a:r>
              <a:rPr kumimoji="1" lang="ja-JP" altLang="en-US" sz="1200" dirty="0"/>
              <a:t>覚王山</a:t>
            </a:r>
            <a:endParaRPr kumimoji="1" lang="en-US" altLang="ja-JP" sz="1200" dirty="0"/>
          </a:p>
          <a:p>
            <a:r>
              <a:rPr kumimoji="1" lang="en-US" altLang="ja-JP" sz="1200" dirty="0"/>
              <a:t>&lt;</a:t>
            </a:r>
            <a:r>
              <a:rPr kumimoji="1" lang="ja-JP" altLang="en-US" sz="1200" dirty="0"/>
              <a:t>サイトカラー</a:t>
            </a:r>
            <a:r>
              <a:rPr kumimoji="1" lang="en-US" altLang="ja-JP" sz="1200" dirty="0"/>
              <a:t>&gt;</a:t>
            </a:r>
          </a:p>
          <a:p>
            <a:r>
              <a:rPr kumimoji="1" lang="ja-JP" altLang="en-US" sz="1200" dirty="0"/>
              <a:t>黒・白・グレー＋</a:t>
            </a:r>
            <a:r>
              <a:rPr kumimoji="1" lang="en-US" altLang="ja-JP" sz="1200" dirty="0"/>
              <a:t>1</a:t>
            </a:r>
            <a:r>
              <a:rPr kumimoji="1" lang="ja-JP" altLang="en-US" sz="1200" dirty="0"/>
              <a:t>色</a:t>
            </a:r>
            <a:endParaRPr kumimoji="1" lang="en-US" altLang="ja-JP" sz="1200" dirty="0"/>
          </a:p>
          <a:p>
            <a:r>
              <a:rPr kumimoji="1" lang="en-US" altLang="ja-JP" sz="1200" dirty="0"/>
              <a:t>&lt;</a:t>
            </a:r>
            <a:r>
              <a:rPr kumimoji="1" lang="ja-JP" altLang="en-US" sz="1200" dirty="0"/>
              <a:t>写真</a:t>
            </a:r>
            <a:r>
              <a:rPr kumimoji="1" lang="en-US" altLang="ja-JP" sz="1200" dirty="0"/>
              <a:t>&gt;</a:t>
            </a:r>
          </a:p>
          <a:p>
            <a:r>
              <a:rPr kumimoji="1" lang="ja-JP" altLang="en-US" sz="1200" dirty="0"/>
              <a:t>フィルムカメラっぽい質感と色味</a:t>
            </a:r>
            <a:endParaRPr kumimoji="1" lang="en-US" altLang="ja-JP" sz="1200" dirty="0"/>
          </a:p>
          <a:p>
            <a:r>
              <a:rPr kumimoji="1" lang="en-US" altLang="ja-JP" sz="1200" dirty="0"/>
              <a:t>style</a:t>
            </a:r>
            <a:r>
              <a:rPr kumimoji="1" lang="ja-JP" altLang="en-US" sz="1200" dirty="0"/>
              <a:t>写真は通常時モノクロ・</a:t>
            </a:r>
            <a:r>
              <a:rPr kumimoji="1" lang="en-US" altLang="ja-JP" sz="1200" dirty="0"/>
              <a:t>hover</a:t>
            </a:r>
            <a:r>
              <a:rPr kumimoji="1" lang="ja-JP" altLang="en-US" sz="1200" dirty="0"/>
              <a:t>時に実際の色味</a:t>
            </a:r>
            <a:endParaRPr kumimoji="1" lang="en-US" altLang="ja-JP" sz="1200" dirty="0"/>
          </a:p>
          <a:p>
            <a:r>
              <a:rPr kumimoji="1" lang="en-US" altLang="ja-JP" sz="1200" dirty="0"/>
              <a:t>&lt;</a:t>
            </a:r>
            <a:r>
              <a:rPr kumimoji="1" lang="ja-JP" altLang="en-US" sz="1200" dirty="0"/>
              <a:t>特徴</a:t>
            </a:r>
            <a:r>
              <a:rPr kumimoji="1" lang="en-US" altLang="ja-JP" sz="1200" dirty="0"/>
              <a:t>&gt;</a:t>
            </a:r>
          </a:p>
          <a:p>
            <a:r>
              <a:rPr kumimoji="1" lang="ja-JP" altLang="en-US" sz="1200" dirty="0"/>
              <a:t>夫婦経営、わんこ</a:t>
            </a:r>
            <a:r>
              <a:rPr kumimoji="1" lang="en-US" altLang="ja-JP" sz="1200" dirty="0"/>
              <a:t>1</a:t>
            </a:r>
            <a:r>
              <a:rPr kumimoji="1" lang="ja-JP" altLang="en-US" sz="1200" dirty="0"/>
              <a:t>匹、建物の</a:t>
            </a:r>
            <a:r>
              <a:rPr kumimoji="1" lang="en-US" altLang="ja-JP" sz="1200" dirty="0"/>
              <a:t>1F</a:t>
            </a:r>
            <a:r>
              <a:rPr kumimoji="1" lang="ja-JP" altLang="en-US" sz="1200" dirty="0"/>
              <a:t>がお店</a:t>
            </a:r>
            <a:r>
              <a:rPr kumimoji="1" lang="en-US" altLang="ja-JP" sz="1200" dirty="0"/>
              <a:t>/2-3F</a:t>
            </a:r>
            <a:r>
              <a:rPr kumimoji="1" lang="ja-JP" altLang="en-US" sz="1200" dirty="0"/>
              <a:t>が夫婦住居、外観はウッディ</a:t>
            </a:r>
            <a:r>
              <a:rPr kumimoji="1" lang="en-US" altLang="ja-JP" sz="1200" dirty="0"/>
              <a:t>/</a:t>
            </a:r>
            <a:r>
              <a:rPr kumimoji="1" lang="ja-JP" altLang="en-US" sz="1200" dirty="0"/>
              <a:t>緑豊か</a:t>
            </a:r>
            <a:r>
              <a:rPr kumimoji="1" lang="en-US" altLang="ja-JP" sz="1200" dirty="0"/>
              <a:t>/DIY</a:t>
            </a:r>
            <a:r>
              <a:rPr kumimoji="1" lang="ja-JP" altLang="en-US" sz="1200" dirty="0"/>
              <a:t>、内観は本とかわいい小物がたくさん、</a:t>
            </a:r>
            <a:endParaRPr kumimoji="1" lang="en-US" altLang="ja-JP" sz="1200" dirty="0"/>
          </a:p>
        </p:txBody>
      </p: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83FE85A2-271D-46C7-1B4C-4DCD65C4043F}"/>
              </a:ext>
            </a:extLst>
          </p:cNvPr>
          <p:cNvGrpSpPr/>
          <p:nvPr/>
        </p:nvGrpSpPr>
        <p:grpSpPr>
          <a:xfrm>
            <a:off x="8249920" y="0"/>
            <a:ext cx="894080" cy="5143500"/>
            <a:chOff x="9387840" y="944880"/>
            <a:chExt cx="894080" cy="5143500"/>
          </a:xfrm>
        </p:grpSpPr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B89D35A5-7E3E-F7E9-1365-5E770950C3E1}"/>
                </a:ext>
              </a:extLst>
            </p:cNvPr>
            <p:cNvSpPr/>
            <p:nvPr/>
          </p:nvSpPr>
          <p:spPr>
            <a:xfrm>
              <a:off x="9387840" y="944880"/>
              <a:ext cx="894080" cy="5143500"/>
            </a:xfrm>
            <a:prstGeom prst="rect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08BE69E8-5BBF-C840-BA20-D0523C57CD87}"/>
                </a:ext>
              </a:extLst>
            </p:cNvPr>
            <p:cNvSpPr txBox="1"/>
            <p:nvPr/>
          </p:nvSpPr>
          <p:spPr>
            <a:xfrm>
              <a:off x="9573270" y="944880"/>
              <a:ext cx="461665" cy="5143500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000" dirty="0">
                  <a:latin typeface="Corbel" panose="020B0503020204020204" pitchFamily="34" charset="0"/>
                </a:rPr>
                <a:t>      CONCEPT      STAFF      MENU      STYLE       ACCESS </a:t>
              </a:r>
              <a:r>
                <a:rPr kumimoji="1" lang="en-US" altLang="ja-JP" sz="1400" dirty="0">
                  <a:latin typeface="Corbel" panose="020B0503020204020204" pitchFamily="34" charset="0"/>
                </a:rPr>
                <a:t>         </a:t>
              </a:r>
              <a:r>
                <a:rPr kumimoji="1" lang="ja-JP" altLang="en-US" sz="1400" dirty="0">
                  <a:latin typeface="Corbel" panose="020B0503020204020204" pitchFamily="34" charset="0"/>
                </a:rPr>
                <a:t>　　　</a:t>
              </a:r>
              <a:r>
                <a:rPr kumimoji="1" lang="en-US" altLang="ja-JP" sz="1400" b="1" dirty="0">
                  <a:latin typeface="Corbel" panose="020B0503020204020204" pitchFamily="34" charset="0"/>
                </a:rPr>
                <a:t> </a:t>
              </a:r>
              <a:r>
                <a:rPr kumimoji="1" lang="ja-JP" altLang="en-US" sz="1600" dirty="0">
                  <a:latin typeface="Corbel" panose="020B0503020204020204" pitchFamily="34" charset="0"/>
                </a:rPr>
                <a:t>✉</a:t>
              </a:r>
              <a:r>
                <a:rPr kumimoji="1" lang="en-US" altLang="ja-JP" sz="1600" b="1" dirty="0">
                  <a:latin typeface="Corbel" panose="020B0503020204020204" pitchFamily="34" charset="0"/>
                </a:rPr>
                <a:t>BOOK </a:t>
              </a:r>
              <a:r>
                <a:rPr kumimoji="1" lang="ja-JP" altLang="en-US" sz="1600" b="1" dirty="0">
                  <a:latin typeface="Corbel" panose="020B0503020204020204" pitchFamily="34" charset="0"/>
                </a:rPr>
                <a:t>  </a:t>
              </a:r>
              <a:r>
                <a:rPr kumimoji="1" lang="ja-JP" altLang="en-US" dirty="0">
                  <a:latin typeface="Corbel" panose="020B0503020204020204" pitchFamily="34" charset="0"/>
                </a:rPr>
                <a:t>〇</a:t>
              </a:r>
              <a:endParaRPr kumimoji="1" lang="en-US" altLang="ja-JP" dirty="0">
                <a:latin typeface="Corbel" panose="020B0503020204020204" pitchFamily="34" charset="0"/>
              </a:endParaRPr>
            </a:p>
          </p:txBody>
        </p:sp>
      </p:grp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FD47DB3-5C56-A9E4-92A1-AC2D22CE7137}"/>
              </a:ext>
            </a:extLst>
          </p:cNvPr>
          <p:cNvSpPr txBox="1"/>
          <p:nvPr/>
        </p:nvSpPr>
        <p:spPr>
          <a:xfrm>
            <a:off x="246985" y="492672"/>
            <a:ext cx="24149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>
                <a:latin typeface="Corbel" panose="020B0503020204020204" pitchFamily="34" charset="0"/>
              </a:rPr>
              <a:t>RESERVE</a:t>
            </a:r>
            <a:endParaRPr kumimoji="1" lang="ja-JP" altLang="en-US" sz="2800" dirty="0">
              <a:latin typeface="Corbel" panose="020B0503020204020204" pitchFamily="34" charset="0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F6ACF6C-DD68-5627-D997-E71AFF927B5D}"/>
              </a:ext>
            </a:extLst>
          </p:cNvPr>
          <p:cNvSpPr/>
          <p:nvPr/>
        </p:nvSpPr>
        <p:spPr>
          <a:xfrm>
            <a:off x="4572000" y="1113615"/>
            <a:ext cx="3145712" cy="2990542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dirty="0">
                <a:solidFill>
                  <a:schemeClr val="tx1"/>
                </a:solidFill>
              </a:rPr>
              <a:t>架空</a:t>
            </a:r>
            <a:r>
              <a:rPr kumimoji="1" lang="en-US" altLang="ja-JP" dirty="0">
                <a:solidFill>
                  <a:schemeClr val="tx1"/>
                </a:solidFill>
              </a:rPr>
              <a:t>map</a:t>
            </a:r>
            <a:r>
              <a:rPr kumimoji="1" lang="ja-JP" altLang="en-US" dirty="0">
                <a:solidFill>
                  <a:schemeClr val="tx1"/>
                </a:solidFill>
              </a:rPr>
              <a:t>、図形</a:t>
            </a:r>
            <a:endParaRPr kumimoji="1" lang="en-US" altLang="ja-JP" dirty="0">
              <a:solidFill>
                <a:schemeClr val="tx1"/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4501F5D-18A3-E718-F8BB-3D2A3F1184B6}"/>
              </a:ext>
            </a:extLst>
          </p:cNvPr>
          <p:cNvSpPr txBox="1"/>
          <p:nvPr/>
        </p:nvSpPr>
        <p:spPr>
          <a:xfrm>
            <a:off x="2217984" y="645712"/>
            <a:ext cx="28792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>
                <a:latin typeface="Century Gothic" panose="020B0502020202020204" pitchFamily="34" charset="0"/>
              </a:rPr>
              <a:t>TEL</a:t>
            </a:r>
            <a:r>
              <a:rPr kumimoji="1" lang="ja-JP" altLang="en-US" sz="1600" dirty="0">
                <a:latin typeface="Century Gothic" panose="020B0502020202020204" pitchFamily="34" charset="0"/>
              </a:rPr>
              <a:t>：</a:t>
            </a:r>
            <a:r>
              <a:rPr kumimoji="1" lang="en-US" altLang="ja-JP" sz="1600" dirty="0">
                <a:latin typeface="Century Gothic" panose="020B0502020202020204" pitchFamily="34" charset="0"/>
              </a:rPr>
              <a:t>052-XXX-XXXX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2FA2BA04-4222-AB3E-FDD3-0264370DFB19}"/>
              </a:ext>
            </a:extLst>
          </p:cNvPr>
          <p:cNvSpPr txBox="1"/>
          <p:nvPr/>
        </p:nvSpPr>
        <p:spPr>
          <a:xfrm>
            <a:off x="1399466" y="3260564"/>
            <a:ext cx="28792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dirty="0">
                <a:latin typeface="Century Gothic" panose="020B0502020202020204" pitchFamily="34" charset="0"/>
              </a:rPr>
              <a:t>営業時間：</a:t>
            </a:r>
            <a:r>
              <a:rPr kumimoji="1" lang="en-US" altLang="ja-JP" sz="1600" dirty="0">
                <a:latin typeface="Century Gothic" panose="020B0502020202020204" pitchFamily="34" charset="0"/>
              </a:rPr>
              <a:t>9</a:t>
            </a:r>
            <a:r>
              <a:rPr kumimoji="1" lang="ja-JP" altLang="en-US" sz="1600" dirty="0">
                <a:latin typeface="Century Gothic" panose="020B0502020202020204" pitchFamily="34" charset="0"/>
              </a:rPr>
              <a:t>時～</a:t>
            </a:r>
            <a:r>
              <a:rPr kumimoji="1" lang="en-US" altLang="ja-JP" sz="1600" dirty="0">
                <a:latin typeface="Century Gothic" panose="020B0502020202020204" pitchFamily="34" charset="0"/>
              </a:rPr>
              <a:t>19</a:t>
            </a:r>
            <a:r>
              <a:rPr kumimoji="1" lang="ja-JP" altLang="en-US" sz="1600" dirty="0">
                <a:latin typeface="Century Gothic" panose="020B0502020202020204" pitchFamily="34" charset="0"/>
              </a:rPr>
              <a:t>時</a:t>
            </a:r>
            <a:endParaRPr kumimoji="1" lang="en-US" altLang="ja-JP" sz="1600" dirty="0">
              <a:latin typeface="Century Gothic" panose="020B0502020202020204" pitchFamily="34" charset="0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742CD428-FE40-158B-CC38-8D7AC6EE4963}"/>
              </a:ext>
            </a:extLst>
          </p:cNvPr>
          <p:cNvSpPr txBox="1"/>
          <p:nvPr/>
        </p:nvSpPr>
        <p:spPr>
          <a:xfrm>
            <a:off x="1395433" y="3728467"/>
            <a:ext cx="28792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dirty="0">
                <a:latin typeface="Century Gothic" panose="020B0502020202020204" pitchFamily="34" charset="0"/>
              </a:rPr>
              <a:t>定休日：月曜日</a:t>
            </a:r>
            <a:endParaRPr kumimoji="1" lang="en-US" altLang="ja-JP" sz="16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17996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1018</TotalTime>
  <Words>971</Words>
  <Application>Microsoft Office PowerPoint</Application>
  <PresentationFormat>画面に合わせる (16:9)</PresentationFormat>
  <Paragraphs>240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Century Gothic</vt:lpstr>
      <vt:lpstr>Corbel</vt:lpstr>
      <vt:lpstr>Corbel Light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Kazumi Sato</dc:creator>
  <cp:lastModifiedBy>Kazumi Sato</cp:lastModifiedBy>
  <cp:revision>1</cp:revision>
  <dcterms:created xsi:type="dcterms:W3CDTF">2026-08-24T05:13:10Z</dcterms:created>
  <dcterms:modified xsi:type="dcterms:W3CDTF">2026-08-31T06:13:55Z</dcterms:modified>
</cp:coreProperties>
</file>